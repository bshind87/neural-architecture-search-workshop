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256" r:id="rId2"/>
    <p:sldId id="258" r:id="rId3"/>
    <p:sldId id="259" r:id="rId4"/>
    <p:sldId id="306" r:id="rId5"/>
    <p:sldId id="257" r:id="rId6"/>
    <p:sldId id="277" r:id="rId7"/>
    <p:sldId id="291" r:id="rId8"/>
    <p:sldId id="262" r:id="rId9"/>
    <p:sldId id="293" r:id="rId10"/>
    <p:sldId id="264" r:id="rId11"/>
    <p:sldId id="266" r:id="rId12"/>
    <p:sldId id="307"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68" autoAdjust="0"/>
    <p:restoredTop sz="96340" autoAdjust="0"/>
  </p:normalViewPr>
  <p:slideViewPr>
    <p:cSldViewPr snapToGrid="0">
      <p:cViewPr varScale="1">
        <p:scale>
          <a:sx n="126" d="100"/>
          <a:sy n="126" d="100"/>
        </p:scale>
        <p:origin x="450" y="120"/>
      </p:cViewPr>
      <p:guideLst/>
    </p:cSldViewPr>
  </p:slideViewPr>
  <p:outlineViewPr>
    <p:cViewPr>
      <p:scale>
        <a:sx n="33" d="100"/>
        <a:sy n="33" d="100"/>
      </p:scale>
      <p:origin x="0" y="-252"/>
    </p:cViewPr>
  </p:outlin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lchandra Shinde" userId="2d085c52db20e361" providerId="LiveId" clId="{7225BF32-F2FD-4B13-86D2-73C1C4D2E93C}"/>
    <pc:docChg chg="undo custSel addSld delSld modSld sldOrd">
      <pc:chgData name="Bhalchandra Shinde" userId="2d085c52db20e361" providerId="LiveId" clId="{7225BF32-F2FD-4B13-86D2-73C1C4D2E93C}" dt="2025-10-21T04:56:54.182" v="2038" actId="47"/>
      <pc:docMkLst>
        <pc:docMk/>
      </pc:docMkLst>
      <pc:sldChg chg="delSp modSp mod">
        <pc:chgData name="Bhalchandra Shinde" userId="2d085c52db20e361" providerId="LiveId" clId="{7225BF32-F2FD-4B13-86D2-73C1C4D2E93C}" dt="2025-10-16T04:27:47.721" v="1166" actId="478"/>
        <pc:sldMkLst>
          <pc:docMk/>
          <pc:sldMk cId="1441964713" sldId="256"/>
        </pc:sldMkLst>
        <pc:spChg chg="mod">
          <ac:chgData name="Bhalchandra Shinde" userId="2d085c52db20e361" providerId="LiveId" clId="{7225BF32-F2FD-4B13-86D2-73C1C4D2E93C}" dt="2025-10-15T03:46:02.843" v="44" actId="1076"/>
          <ac:spMkLst>
            <pc:docMk/>
            <pc:sldMk cId="1441964713" sldId="256"/>
            <ac:spMk id="3" creationId="{8C69987B-4DFF-8C6E-2E55-F67738A0A0B5}"/>
          </ac:spMkLst>
        </pc:spChg>
      </pc:sldChg>
      <pc:sldChg chg="addSp delSp modSp mod ord modNotesTx">
        <pc:chgData name="Bhalchandra Shinde" userId="2d085c52db20e361" providerId="LiveId" clId="{7225BF32-F2FD-4B13-86D2-73C1C4D2E93C}" dt="2025-10-20T23:31:13.936" v="2001" actId="12100"/>
        <pc:sldMkLst>
          <pc:docMk/>
          <pc:sldMk cId="1818321880" sldId="257"/>
        </pc:sldMkLst>
        <pc:spChg chg="mod">
          <ac:chgData name="Bhalchandra Shinde" userId="2d085c52db20e361" providerId="LiveId" clId="{7225BF32-F2FD-4B13-86D2-73C1C4D2E93C}" dt="2025-10-17T02:29:00.181" v="1466" actId="6549"/>
          <ac:spMkLst>
            <pc:docMk/>
            <pc:sldMk cId="1818321880" sldId="257"/>
            <ac:spMk id="2" creationId="{FB30028C-7BC7-0814-5A2C-1D858F716B08}"/>
          </ac:spMkLst>
        </pc:spChg>
        <pc:graphicFrameChg chg="add mod">
          <ac:chgData name="Bhalchandra Shinde" userId="2d085c52db20e361" providerId="LiveId" clId="{7225BF32-F2FD-4B13-86D2-73C1C4D2E93C}" dt="2025-10-20T23:31:13.936" v="2001" actId="12100"/>
          <ac:graphicFrameMkLst>
            <pc:docMk/>
            <pc:sldMk cId="1818321880" sldId="257"/>
            <ac:graphicFrameMk id="8" creationId="{18C5639F-6CAE-29E0-862F-3F33C5C89888}"/>
          </ac:graphicFrameMkLst>
        </pc:graphicFrameChg>
        <pc:picChg chg="add mod modCrop">
          <ac:chgData name="Bhalchandra Shinde" userId="2d085c52db20e361" providerId="LiveId" clId="{7225BF32-F2FD-4B13-86D2-73C1C4D2E93C}" dt="2025-10-18T23:49:25.743" v="1738" actId="1076"/>
          <ac:picMkLst>
            <pc:docMk/>
            <pc:sldMk cId="1818321880" sldId="257"/>
            <ac:picMk id="7" creationId="{DBF0292B-8F81-3320-24B2-E3C21CD4949D}"/>
          </ac:picMkLst>
        </pc:picChg>
      </pc:sldChg>
      <pc:sldChg chg="delSp modSp mod ord">
        <pc:chgData name="Bhalchandra Shinde" userId="2d085c52db20e361" providerId="LiveId" clId="{7225BF32-F2FD-4B13-86D2-73C1C4D2E93C}" dt="2025-10-18T23:32:36.225" v="1585"/>
        <pc:sldMkLst>
          <pc:docMk/>
          <pc:sldMk cId="1128453737" sldId="258"/>
        </pc:sldMkLst>
        <pc:spChg chg="mod">
          <ac:chgData name="Bhalchandra Shinde" userId="2d085c52db20e361" providerId="LiveId" clId="{7225BF32-F2FD-4B13-86D2-73C1C4D2E93C}" dt="2025-10-18T23:31:22.552" v="1583" actId="20578"/>
          <ac:spMkLst>
            <pc:docMk/>
            <pc:sldMk cId="1128453737" sldId="258"/>
            <ac:spMk id="3" creationId="{C4AC3A0F-080A-FB6C-859E-9ABF8BC0ED7C}"/>
          </ac:spMkLst>
        </pc:spChg>
      </pc:sldChg>
      <pc:sldChg chg="addSp delSp modSp mod ord modNotesTx">
        <pc:chgData name="Bhalchandra Shinde" userId="2d085c52db20e361" providerId="LiveId" clId="{7225BF32-F2FD-4B13-86D2-73C1C4D2E93C}" dt="2025-10-16T00:05:07.794" v="246" actId="404"/>
        <pc:sldMkLst>
          <pc:docMk/>
          <pc:sldMk cId="3869139403" sldId="259"/>
        </pc:sldMkLst>
        <pc:spChg chg="mod">
          <ac:chgData name="Bhalchandra Shinde" userId="2d085c52db20e361" providerId="LiveId" clId="{7225BF32-F2FD-4B13-86D2-73C1C4D2E93C}" dt="2025-10-16T00:04:47.086" v="244" actId="404"/>
          <ac:spMkLst>
            <pc:docMk/>
            <pc:sldMk cId="3869139403" sldId="259"/>
            <ac:spMk id="12" creationId="{0A01F568-4A11-08B8-0491-036F920A02B3}"/>
          </ac:spMkLst>
        </pc:spChg>
        <pc:spChg chg="mod">
          <ac:chgData name="Bhalchandra Shinde" userId="2d085c52db20e361" providerId="LiveId" clId="{7225BF32-F2FD-4B13-86D2-73C1C4D2E93C}" dt="2025-10-16T00:04:47.086" v="244" actId="404"/>
          <ac:spMkLst>
            <pc:docMk/>
            <pc:sldMk cId="3869139403" sldId="259"/>
            <ac:spMk id="13" creationId="{B44C68FB-56EA-85AA-5A1B-AC8034E906AC}"/>
          </ac:spMkLst>
        </pc:spChg>
        <pc:spChg chg="mod">
          <ac:chgData name="Bhalchandra Shinde" userId="2d085c52db20e361" providerId="LiveId" clId="{7225BF32-F2FD-4B13-86D2-73C1C4D2E93C}" dt="2025-10-16T00:04:47.086" v="244" actId="404"/>
          <ac:spMkLst>
            <pc:docMk/>
            <pc:sldMk cId="3869139403" sldId="259"/>
            <ac:spMk id="14" creationId="{C7D28DFB-04E2-6716-ECCC-C44EB231A311}"/>
          </ac:spMkLst>
        </pc:spChg>
        <pc:spChg chg="mod">
          <ac:chgData name="Bhalchandra Shinde" userId="2d085c52db20e361" providerId="LiveId" clId="{7225BF32-F2FD-4B13-86D2-73C1C4D2E93C}" dt="2025-10-16T00:04:47.086" v="244" actId="404"/>
          <ac:spMkLst>
            <pc:docMk/>
            <pc:sldMk cId="3869139403" sldId="259"/>
            <ac:spMk id="17" creationId="{8CD5D97C-7FC7-9743-267C-07FE5A2F2137}"/>
          </ac:spMkLst>
        </pc:spChg>
        <pc:spChg chg="mod">
          <ac:chgData name="Bhalchandra Shinde" userId="2d085c52db20e361" providerId="LiveId" clId="{7225BF32-F2FD-4B13-86D2-73C1C4D2E93C}" dt="2025-10-16T00:04:47.086" v="244" actId="404"/>
          <ac:spMkLst>
            <pc:docMk/>
            <pc:sldMk cId="3869139403" sldId="259"/>
            <ac:spMk id="18" creationId="{2C06E36B-5B12-E479-79E7-C53C24367E07}"/>
          </ac:spMkLst>
        </pc:spChg>
        <pc:spChg chg="mod">
          <ac:chgData name="Bhalchandra Shinde" userId="2d085c52db20e361" providerId="LiveId" clId="{7225BF32-F2FD-4B13-86D2-73C1C4D2E93C}" dt="2025-10-16T00:04:47.086" v="244" actId="404"/>
          <ac:spMkLst>
            <pc:docMk/>
            <pc:sldMk cId="3869139403" sldId="259"/>
            <ac:spMk id="21" creationId="{BD1D27EA-B380-1FBA-A06F-685AB1B4DE77}"/>
          </ac:spMkLst>
        </pc:spChg>
        <pc:spChg chg="mod">
          <ac:chgData name="Bhalchandra Shinde" userId="2d085c52db20e361" providerId="LiveId" clId="{7225BF32-F2FD-4B13-86D2-73C1C4D2E93C}" dt="2025-10-16T00:04:47.086" v="244" actId="404"/>
          <ac:spMkLst>
            <pc:docMk/>
            <pc:sldMk cId="3869139403" sldId="259"/>
            <ac:spMk id="24" creationId="{DEA3F04C-A313-7FD2-F3FE-5BF86B9EFB9A}"/>
          </ac:spMkLst>
        </pc:spChg>
        <pc:grpChg chg="add mod">
          <ac:chgData name="Bhalchandra Shinde" userId="2d085c52db20e361" providerId="LiveId" clId="{7225BF32-F2FD-4B13-86D2-73C1C4D2E93C}" dt="2025-10-16T00:04:53.450" v="245" actId="1076"/>
          <ac:grpSpMkLst>
            <pc:docMk/>
            <pc:sldMk cId="3869139403" sldId="259"/>
            <ac:grpSpMk id="10" creationId="{6EDC2909-64DD-FC36-8B55-DCAF4B61A53D}"/>
          </ac:grpSpMkLst>
        </pc:grpChg>
        <pc:grpChg chg="mod">
          <ac:chgData name="Bhalchandra Shinde" userId="2d085c52db20e361" providerId="LiveId" clId="{7225BF32-F2FD-4B13-86D2-73C1C4D2E93C}" dt="2025-10-16T00:04:37.202" v="240"/>
          <ac:grpSpMkLst>
            <pc:docMk/>
            <pc:sldMk cId="3869139403" sldId="259"/>
            <ac:grpSpMk id="11" creationId="{EFB0455C-0FC4-6365-1598-29FB05BF57CE}"/>
          </ac:grpSpMkLst>
        </pc:grpChg>
        <pc:graphicFrameChg chg="mod modGraphic">
          <ac:chgData name="Bhalchandra Shinde" userId="2d085c52db20e361" providerId="LiveId" clId="{7225BF32-F2FD-4B13-86D2-73C1C4D2E93C}" dt="2025-10-16T00:05:07.794" v="246" actId="404"/>
          <ac:graphicFrameMkLst>
            <pc:docMk/>
            <pc:sldMk cId="3869139403" sldId="259"/>
            <ac:graphicFrameMk id="8" creationId="{66FCE85E-6C78-F923-BB58-0DD3FE43020F}"/>
          </ac:graphicFrameMkLst>
        </pc:graphicFrameChg>
        <pc:cxnChg chg="mod">
          <ac:chgData name="Bhalchandra Shinde" userId="2d085c52db20e361" providerId="LiveId" clId="{7225BF32-F2FD-4B13-86D2-73C1C4D2E93C}" dt="2025-10-16T00:04:37.202" v="240"/>
          <ac:cxnSpMkLst>
            <pc:docMk/>
            <pc:sldMk cId="3869139403" sldId="259"/>
            <ac:cxnSpMk id="25" creationId="{435662A2-2310-CC27-66FE-8AFA29B0DEE7}"/>
          </ac:cxnSpMkLst>
        </pc:cxnChg>
      </pc:sldChg>
      <pc:sldChg chg="addSp delSp modSp mod">
        <pc:chgData name="Bhalchandra Shinde" userId="2d085c52db20e361" providerId="LiveId" clId="{7225BF32-F2FD-4B13-86D2-73C1C4D2E93C}" dt="2025-10-18T23:54:00.790" v="1741" actId="1076"/>
        <pc:sldMkLst>
          <pc:docMk/>
          <pc:sldMk cId="886359853" sldId="262"/>
        </pc:sldMkLst>
        <pc:spChg chg="add mod">
          <ac:chgData name="Bhalchandra Shinde" userId="2d085c52db20e361" providerId="LiveId" clId="{7225BF32-F2FD-4B13-86D2-73C1C4D2E93C}" dt="2025-10-18T23:54:00.790" v="1741" actId="1076"/>
          <ac:spMkLst>
            <pc:docMk/>
            <pc:sldMk cId="886359853" sldId="262"/>
            <ac:spMk id="8" creationId="{E593358F-DFD2-F882-D172-56B3386160FB}"/>
          </ac:spMkLst>
        </pc:spChg>
        <pc:graphicFrameChg chg="add mod modGraphic">
          <ac:chgData name="Bhalchandra Shinde" userId="2d085c52db20e361" providerId="LiveId" clId="{7225BF32-F2FD-4B13-86D2-73C1C4D2E93C}" dt="2025-10-18T23:53:56.056" v="1740" actId="1076"/>
          <ac:graphicFrameMkLst>
            <pc:docMk/>
            <pc:sldMk cId="886359853" sldId="262"/>
            <ac:graphicFrameMk id="7" creationId="{F54B58B1-8F7E-7C43-1D04-1D6545AFB194}"/>
          </ac:graphicFrameMkLst>
        </pc:graphicFrameChg>
      </pc:sldChg>
      <pc:sldChg chg="addSp delSp modSp del mod ord">
        <pc:chgData name="Bhalchandra Shinde" userId="2d085c52db20e361" providerId="LiveId" clId="{7225BF32-F2FD-4B13-86D2-73C1C4D2E93C}" dt="2025-10-21T04:56:54.182" v="2038" actId="47"/>
        <pc:sldMkLst>
          <pc:docMk/>
          <pc:sldMk cId="2672779697" sldId="263"/>
        </pc:sldMkLst>
        <pc:graphicFrameChg chg="add mod modGraphic">
          <ac:chgData name="Bhalchandra Shinde" userId="2d085c52db20e361" providerId="LiveId" clId="{7225BF32-F2FD-4B13-86D2-73C1C4D2E93C}" dt="2025-10-20T19:00:36.817" v="1979" actId="6549"/>
          <ac:graphicFrameMkLst>
            <pc:docMk/>
            <pc:sldMk cId="2672779697" sldId="263"/>
            <ac:graphicFrameMk id="4" creationId="{455FBA5D-14CF-F9F7-746B-8602C2FCDCCC}"/>
          </ac:graphicFrameMkLst>
        </pc:graphicFrameChg>
      </pc:sldChg>
      <pc:sldChg chg="modSp mod ord">
        <pc:chgData name="Bhalchandra Shinde" userId="2d085c52db20e361" providerId="LiveId" clId="{7225BF32-F2FD-4B13-86D2-73C1C4D2E93C}" dt="2025-10-16T04:25:18.958" v="1156" actId="255"/>
        <pc:sldMkLst>
          <pc:docMk/>
          <pc:sldMk cId="3701627269" sldId="264"/>
        </pc:sldMkLst>
        <pc:spChg chg="mod">
          <ac:chgData name="Bhalchandra Shinde" userId="2d085c52db20e361" providerId="LiveId" clId="{7225BF32-F2FD-4B13-86D2-73C1C4D2E93C}" dt="2025-10-16T04:25:18.958" v="1156" actId="255"/>
          <ac:spMkLst>
            <pc:docMk/>
            <pc:sldMk cId="3701627269" sldId="264"/>
            <ac:spMk id="3" creationId="{8439F37E-ED38-FA11-9DE0-6DB50991DDC3}"/>
          </ac:spMkLst>
        </pc:spChg>
        <pc:graphicFrameChg chg="mod modGraphic">
          <ac:chgData name="Bhalchandra Shinde" userId="2d085c52db20e361" providerId="LiveId" clId="{7225BF32-F2FD-4B13-86D2-73C1C4D2E93C}" dt="2025-10-16T04:25:13.404" v="1153" actId="1076"/>
          <ac:graphicFrameMkLst>
            <pc:docMk/>
            <pc:sldMk cId="3701627269" sldId="264"/>
            <ac:graphicFrameMk id="4" creationId="{7D077430-2029-FA43-1791-69836945200A}"/>
          </ac:graphicFrameMkLst>
        </pc:graphicFrameChg>
        <pc:picChg chg="mod">
          <ac:chgData name="Bhalchandra Shinde" userId="2d085c52db20e361" providerId="LiveId" clId="{7225BF32-F2FD-4B13-86D2-73C1C4D2E93C}" dt="2025-10-16T00:27:46.721" v="315" actId="1036"/>
          <ac:picMkLst>
            <pc:docMk/>
            <pc:sldMk cId="3701627269" sldId="264"/>
            <ac:picMk id="3074" creationId="{0B97B21A-6C9B-1120-458F-0047386862CE}"/>
          </ac:picMkLst>
        </pc:picChg>
      </pc:sldChg>
      <pc:sldChg chg="modSp del mod ord">
        <pc:chgData name="Bhalchandra Shinde" userId="2d085c52db20e361" providerId="LiveId" clId="{7225BF32-F2FD-4B13-86D2-73C1C4D2E93C}" dt="2025-10-21T00:10:04.740" v="2004" actId="47"/>
        <pc:sldMkLst>
          <pc:docMk/>
          <pc:sldMk cId="3652076538" sldId="265"/>
        </pc:sldMkLst>
      </pc:sldChg>
      <pc:sldChg chg="modSp mod ord modNotesTx">
        <pc:chgData name="Bhalchandra Shinde" userId="2d085c52db20e361" providerId="LiveId" clId="{7225BF32-F2FD-4B13-86D2-73C1C4D2E93C}" dt="2025-10-20T22:03:02.849" v="1997" actId="255"/>
        <pc:sldMkLst>
          <pc:docMk/>
          <pc:sldMk cId="1760880464" sldId="266"/>
        </pc:sldMkLst>
        <pc:graphicFrameChg chg="modGraphic">
          <ac:chgData name="Bhalchandra Shinde" userId="2d085c52db20e361" providerId="LiveId" clId="{7225BF32-F2FD-4B13-86D2-73C1C4D2E93C}" dt="2025-10-16T04:22:44.224" v="1096" actId="20577"/>
          <ac:graphicFrameMkLst>
            <pc:docMk/>
            <pc:sldMk cId="1760880464" sldId="266"/>
            <ac:graphicFrameMk id="6" creationId="{10B26139-34D8-4489-17C4-A2127BA45794}"/>
          </ac:graphicFrameMkLst>
        </pc:graphicFrameChg>
        <pc:graphicFrameChg chg="mod modGraphic">
          <ac:chgData name="Bhalchandra Shinde" userId="2d085c52db20e361" providerId="LiveId" clId="{7225BF32-F2FD-4B13-86D2-73C1C4D2E93C}" dt="2025-10-20T22:03:02.849" v="1997" actId="255"/>
          <ac:graphicFrameMkLst>
            <pc:docMk/>
            <pc:sldMk cId="1760880464" sldId="266"/>
            <ac:graphicFrameMk id="7" creationId="{AD467D9F-B820-9AF8-3A39-F73C1841CAFC}"/>
          </ac:graphicFrameMkLst>
        </pc:graphicFrameChg>
      </pc:sldChg>
      <pc:sldChg chg="modSp del mod">
        <pc:chgData name="Bhalchandra Shinde" userId="2d085c52db20e361" providerId="LiveId" clId="{7225BF32-F2FD-4B13-86D2-73C1C4D2E93C}" dt="2025-10-16T00:32:42.568" v="338" actId="47"/>
        <pc:sldMkLst>
          <pc:docMk/>
          <pc:sldMk cId="3218838548" sldId="267"/>
        </pc:sldMkLst>
      </pc:sldChg>
      <pc:sldChg chg="del">
        <pc:chgData name="Bhalchandra Shinde" userId="2d085c52db20e361" providerId="LiveId" clId="{7225BF32-F2FD-4B13-86D2-73C1C4D2E93C}" dt="2025-10-16T00:16:58.857" v="285" actId="47"/>
        <pc:sldMkLst>
          <pc:docMk/>
          <pc:sldMk cId="1375078606" sldId="268"/>
        </pc:sldMkLst>
      </pc:sldChg>
      <pc:sldChg chg="modSp del mod modShow">
        <pc:chgData name="Bhalchandra Shinde" userId="2d085c52db20e361" providerId="LiveId" clId="{7225BF32-F2FD-4B13-86D2-73C1C4D2E93C}" dt="2025-10-16T00:32:42.568" v="338" actId="47"/>
        <pc:sldMkLst>
          <pc:docMk/>
          <pc:sldMk cId="1420831023" sldId="269"/>
        </pc:sldMkLst>
      </pc:sldChg>
      <pc:sldChg chg="modSp del ord">
        <pc:chgData name="Bhalchandra Shinde" userId="2d085c52db20e361" providerId="LiveId" clId="{7225BF32-F2FD-4B13-86D2-73C1C4D2E93C}" dt="2025-10-16T00:32:42.568" v="338" actId="47"/>
        <pc:sldMkLst>
          <pc:docMk/>
          <pc:sldMk cId="562254653" sldId="270"/>
        </pc:sldMkLst>
      </pc:sldChg>
      <pc:sldChg chg="addSp delSp modSp del mod">
        <pc:chgData name="Bhalchandra Shinde" userId="2d085c52db20e361" providerId="LiveId" clId="{7225BF32-F2FD-4B13-86D2-73C1C4D2E93C}" dt="2025-10-20T23:43:38.745" v="2002" actId="47"/>
        <pc:sldMkLst>
          <pc:docMk/>
          <pc:sldMk cId="4266576706" sldId="271"/>
        </pc:sldMkLst>
      </pc:sldChg>
      <pc:sldChg chg="ord">
        <pc:chgData name="Bhalchandra Shinde" userId="2d085c52db20e361" providerId="LiveId" clId="{7225BF32-F2FD-4B13-86D2-73C1C4D2E93C}" dt="2025-10-16T00:30:21.916" v="329"/>
        <pc:sldMkLst>
          <pc:docMk/>
          <pc:sldMk cId="233100461" sldId="272"/>
        </pc:sldMkLst>
      </pc:sldChg>
      <pc:sldChg chg="del">
        <pc:chgData name="Bhalchandra Shinde" userId="2d085c52db20e361" providerId="LiveId" clId="{7225BF32-F2FD-4B13-86D2-73C1C4D2E93C}" dt="2025-10-16T00:05:14.788" v="247" actId="47"/>
        <pc:sldMkLst>
          <pc:docMk/>
          <pc:sldMk cId="2369998814" sldId="273"/>
        </pc:sldMkLst>
      </pc:sldChg>
      <pc:sldChg chg="modSp del mod">
        <pc:chgData name="Bhalchandra Shinde" userId="2d085c52db20e361" providerId="LiveId" clId="{7225BF32-F2FD-4B13-86D2-73C1C4D2E93C}" dt="2025-10-16T00:32:42.568" v="338" actId="47"/>
        <pc:sldMkLst>
          <pc:docMk/>
          <pc:sldMk cId="0" sldId="274"/>
        </pc:sldMkLst>
      </pc:sldChg>
      <pc:sldChg chg="addSp delSp modSp del mod">
        <pc:chgData name="Bhalchandra Shinde" userId="2d085c52db20e361" providerId="LiveId" clId="{7225BF32-F2FD-4B13-86D2-73C1C4D2E93C}" dt="2025-10-15T23:43:56.091" v="181" actId="47"/>
        <pc:sldMkLst>
          <pc:docMk/>
          <pc:sldMk cId="0" sldId="275"/>
        </pc:sldMkLst>
      </pc:sldChg>
      <pc:sldChg chg="addSp delSp modSp mod ord modNotesTx">
        <pc:chgData name="Bhalchandra Shinde" userId="2d085c52db20e361" providerId="LiveId" clId="{7225BF32-F2FD-4B13-86D2-73C1C4D2E93C}" dt="2025-10-17T03:44:24.356" v="1514" actId="478"/>
        <pc:sldMkLst>
          <pc:docMk/>
          <pc:sldMk cId="0" sldId="277"/>
        </pc:sldMkLst>
        <pc:spChg chg="mod">
          <ac:chgData name="Bhalchandra Shinde" userId="2d085c52db20e361" providerId="LiveId" clId="{7225BF32-F2FD-4B13-86D2-73C1C4D2E93C}" dt="2025-10-16T03:34:52.825" v="503" actId="207"/>
          <ac:spMkLst>
            <pc:docMk/>
            <pc:sldMk cId="0" sldId="277"/>
            <ac:spMk id="2" creationId="{00000000-0000-0000-0000-000000000000}"/>
          </ac:spMkLst>
        </pc:spChg>
        <pc:spChg chg="add mod">
          <ac:chgData name="Bhalchandra Shinde" userId="2d085c52db20e361" providerId="LiveId" clId="{7225BF32-F2FD-4B13-86D2-73C1C4D2E93C}" dt="2025-10-16T04:19:37.388" v="1055" actId="14100"/>
          <ac:spMkLst>
            <pc:docMk/>
            <pc:sldMk cId="0" sldId="277"/>
            <ac:spMk id="8" creationId="{44C75831-9DE4-8E61-AF98-E673A7CB4329}"/>
          </ac:spMkLst>
        </pc:spChg>
        <pc:graphicFrameChg chg="add mod modGraphic">
          <ac:chgData name="Bhalchandra Shinde" userId="2d085c52db20e361" providerId="LiveId" clId="{7225BF32-F2FD-4B13-86D2-73C1C4D2E93C}" dt="2025-10-16T04:25:45.176" v="1158" actId="2711"/>
          <ac:graphicFrameMkLst>
            <pc:docMk/>
            <pc:sldMk cId="0" sldId="277"/>
            <ac:graphicFrameMk id="5" creationId="{3301EF92-AFD5-30ED-C1BF-01DC23CD44A3}"/>
          </ac:graphicFrameMkLst>
        </pc:graphicFrameChg>
      </pc:sldChg>
      <pc:sldChg chg="modSp del mod">
        <pc:chgData name="Bhalchandra Shinde" userId="2d085c52db20e361" providerId="LiveId" clId="{7225BF32-F2FD-4B13-86D2-73C1C4D2E93C}" dt="2025-10-16T00:18:40.510" v="291" actId="47"/>
        <pc:sldMkLst>
          <pc:docMk/>
          <pc:sldMk cId="0" sldId="279"/>
        </pc:sldMkLst>
      </pc:sldChg>
      <pc:sldChg chg="modSp del mod">
        <pc:chgData name="Bhalchandra Shinde" userId="2d085c52db20e361" providerId="LiveId" clId="{7225BF32-F2FD-4B13-86D2-73C1C4D2E93C}" dt="2025-10-16T00:32:42.568" v="338" actId="47"/>
        <pc:sldMkLst>
          <pc:docMk/>
          <pc:sldMk cId="0" sldId="280"/>
        </pc:sldMkLst>
      </pc:sldChg>
      <pc:sldChg chg="modSp del mod">
        <pc:chgData name="Bhalchandra Shinde" userId="2d085c52db20e361" providerId="LiveId" clId="{7225BF32-F2FD-4B13-86D2-73C1C4D2E93C}" dt="2025-10-16T00:32:42.568" v="338" actId="47"/>
        <pc:sldMkLst>
          <pc:docMk/>
          <pc:sldMk cId="0" sldId="281"/>
        </pc:sldMkLst>
      </pc:sldChg>
      <pc:sldChg chg="addSp delSp modSp del mod ord">
        <pc:chgData name="Bhalchandra Shinde" userId="2d085c52db20e361" providerId="LiveId" clId="{7225BF32-F2FD-4B13-86D2-73C1C4D2E93C}" dt="2025-10-21T00:07:40.139" v="2003" actId="47"/>
        <pc:sldMkLst>
          <pc:docMk/>
          <pc:sldMk cId="0" sldId="282"/>
        </pc:sldMkLst>
      </pc:sldChg>
      <pc:sldChg chg="modSp del mod">
        <pc:chgData name="Bhalchandra Shinde" userId="2d085c52db20e361" providerId="LiveId" clId="{7225BF32-F2FD-4B13-86D2-73C1C4D2E93C}" dt="2025-10-16T00:32:42.568" v="338" actId="47"/>
        <pc:sldMkLst>
          <pc:docMk/>
          <pc:sldMk cId="0" sldId="283"/>
        </pc:sldMkLst>
      </pc:sldChg>
      <pc:sldChg chg="modSp del mod">
        <pc:chgData name="Bhalchandra Shinde" userId="2d085c52db20e361" providerId="LiveId" clId="{7225BF32-F2FD-4B13-86D2-73C1C4D2E93C}" dt="2025-10-16T00:32:42.568" v="338" actId="47"/>
        <pc:sldMkLst>
          <pc:docMk/>
          <pc:sldMk cId="0" sldId="284"/>
        </pc:sldMkLst>
      </pc:sldChg>
      <pc:sldChg chg="modSp del mod">
        <pc:chgData name="Bhalchandra Shinde" userId="2d085c52db20e361" providerId="LiveId" clId="{7225BF32-F2FD-4B13-86D2-73C1C4D2E93C}" dt="2025-10-16T00:32:42.568" v="338" actId="47"/>
        <pc:sldMkLst>
          <pc:docMk/>
          <pc:sldMk cId="0" sldId="285"/>
        </pc:sldMkLst>
      </pc:sldChg>
      <pc:sldChg chg="modSp del mod">
        <pc:chgData name="Bhalchandra Shinde" userId="2d085c52db20e361" providerId="LiveId" clId="{7225BF32-F2FD-4B13-86D2-73C1C4D2E93C}" dt="2025-10-16T00:24:14.225" v="294" actId="47"/>
        <pc:sldMkLst>
          <pc:docMk/>
          <pc:sldMk cId="0" sldId="286"/>
        </pc:sldMkLst>
      </pc:sldChg>
      <pc:sldChg chg="modSp del mod">
        <pc:chgData name="Bhalchandra Shinde" userId="2d085c52db20e361" providerId="LiveId" clId="{7225BF32-F2FD-4B13-86D2-73C1C4D2E93C}" dt="2025-10-16T00:32:42.568" v="338" actId="47"/>
        <pc:sldMkLst>
          <pc:docMk/>
          <pc:sldMk cId="0" sldId="287"/>
        </pc:sldMkLst>
      </pc:sldChg>
      <pc:sldChg chg="modSp del mod">
        <pc:chgData name="Bhalchandra Shinde" userId="2d085c52db20e361" providerId="LiveId" clId="{7225BF32-F2FD-4B13-86D2-73C1C4D2E93C}" dt="2025-10-16T00:32:42.568" v="338" actId="47"/>
        <pc:sldMkLst>
          <pc:docMk/>
          <pc:sldMk cId="0" sldId="288"/>
        </pc:sldMkLst>
      </pc:sldChg>
      <pc:sldChg chg="modSp del mod">
        <pc:chgData name="Bhalchandra Shinde" userId="2d085c52db20e361" providerId="LiveId" clId="{7225BF32-F2FD-4B13-86D2-73C1C4D2E93C}" dt="2025-10-16T00:32:42.568" v="338" actId="47"/>
        <pc:sldMkLst>
          <pc:docMk/>
          <pc:sldMk cId="0" sldId="289"/>
        </pc:sldMkLst>
      </pc:sldChg>
      <pc:sldChg chg="del">
        <pc:chgData name="Bhalchandra Shinde" userId="2d085c52db20e361" providerId="LiveId" clId="{7225BF32-F2FD-4B13-86D2-73C1C4D2E93C}" dt="2025-10-16T00:32:42.568" v="338" actId="47"/>
        <pc:sldMkLst>
          <pc:docMk/>
          <pc:sldMk cId="0" sldId="290"/>
        </pc:sldMkLst>
      </pc:sldChg>
      <pc:sldChg chg="addSp delSp modSp mod ord">
        <pc:chgData name="Bhalchandra Shinde" userId="2d085c52db20e361" providerId="LiveId" clId="{7225BF32-F2FD-4B13-86D2-73C1C4D2E93C}" dt="2025-10-20T18:49:34.304" v="1972" actId="20577"/>
        <pc:sldMkLst>
          <pc:docMk/>
          <pc:sldMk cId="0" sldId="291"/>
        </pc:sldMkLst>
        <pc:spChg chg="mod">
          <ac:chgData name="Bhalchandra Shinde" userId="2d085c52db20e361" providerId="LiveId" clId="{7225BF32-F2FD-4B13-86D2-73C1C4D2E93C}" dt="2025-10-16T04:28:45.933" v="1171" actId="207"/>
          <ac:spMkLst>
            <pc:docMk/>
            <pc:sldMk cId="0" sldId="291"/>
            <ac:spMk id="2" creationId="{00000000-0000-0000-0000-000000000000}"/>
          </ac:spMkLst>
        </pc:spChg>
        <pc:graphicFrameChg chg="add mod modGraphic">
          <ac:chgData name="Bhalchandra Shinde" userId="2d085c52db20e361" providerId="LiveId" clId="{7225BF32-F2FD-4B13-86D2-73C1C4D2E93C}" dt="2025-10-20T18:49:34.304" v="1972" actId="20577"/>
          <ac:graphicFrameMkLst>
            <pc:docMk/>
            <pc:sldMk cId="0" sldId="291"/>
            <ac:graphicFrameMk id="4" creationId="{F6C902B5-C97E-4582-5581-80C014F26153}"/>
          </ac:graphicFrameMkLst>
        </pc:graphicFrameChg>
      </pc:sldChg>
      <pc:sldChg chg="del">
        <pc:chgData name="Bhalchandra Shinde" userId="2d085c52db20e361" providerId="LiveId" clId="{7225BF32-F2FD-4B13-86D2-73C1C4D2E93C}" dt="2025-10-16T00:32:42.568" v="338" actId="47"/>
        <pc:sldMkLst>
          <pc:docMk/>
          <pc:sldMk cId="0" sldId="292"/>
        </pc:sldMkLst>
      </pc:sldChg>
      <pc:sldChg chg="addSp delSp modSp mod ord modNotesTx">
        <pc:chgData name="Bhalchandra Shinde" userId="2d085c52db20e361" providerId="LiveId" clId="{7225BF32-F2FD-4B13-86D2-73C1C4D2E93C}" dt="2025-10-18T23:54:58.158" v="1744" actId="1076"/>
        <pc:sldMkLst>
          <pc:docMk/>
          <pc:sldMk cId="0" sldId="293"/>
        </pc:sldMkLst>
        <pc:spChg chg="add mod">
          <ac:chgData name="Bhalchandra Shinde" userId="2d085c52db20e361" providerId="LiveId" clId="{7225BF32-F2FD-4B13-86D2-73C1C4D2E93C}" dt="2025-10-18T23:54:58.158" v="1744" actId="1076"/>
          <ac:spMkLst>
            <pc:docMk/>
            <pc:sldMk cId="0" sldId="293"/>
            <ac:spMk id="4" creationId="{5227D922-928E-EE9A-9ADB-2EBC5B8A9D50}"/>
          </ac:spMkLst>
        </pc:spChg>
        <pc:spChg chg="add mod">
          <ac:chgData name="Bhalchandra Shinde" userId="2d085c52db20e361" providerId="LiveId" clId="{7225BF32-F2FD-4B13-86D2-73C1C4D2E93C}" dt="2025-10-16T03:49:59.826" v="819" actId="313"/>
          <ac:spMkLst>
            <pc:docMk/>
            <pc:sldMk cId="0" sldId="293"/>
            <ac:spMk id="9" creationId="{64995B80-CAEC-7A59-AAB2-C44E02D829D4}"/>
          </ac:spMkLst>
        </pc:spChg>
        <pc:spChg chg="add mod">
          <ac:chgData name="Bhalchandra Shinde" userId="2d085c52db20e361" providerId="LiveId" clId="{7225BF32-F2FD-4B13-86D2-73C1C4D2E93C}" dt="2025-10-18T23:26:32.303" v="1582" actId="20577"/>
          <ac:spMkLst>
            <pc:docMk/>
            <pc:sldMk cId="0" sldId="293"/>
            <ac:spMk id="10" creationId="{78F639B7-D8BD-1FAE-050F-31C42F8475D2}"/>
          </ac:spMkLst>
        </pc:spChg>
        <pc:picChg chg="add mod">
          <ac:chgData name="Bhalchandra Shinde" userId="2d085c52db20e361" providerId="LiveId" clId="{7225BF32-F2FD-4B13-86D2-73C1C4D2E93C}" dt="2025-10-18T23:23:54.242" v="1569" actId="14100"/>
          <ac:picMkLst>
            <pc:docMk/>
            <pc:sldMk cId="0" sldId="293"/>
            <ac:picMk id="3" creationId="{C43A3CA9-B691-0394-619F-176B714E74C4}"/>
          </ac:picMkLst>
        </pc:picChg>
      </pc:sldChg>
      <pc:sldChg chg="del">
        <pc:chgData name="Bhalchandra Shinde" userId="2d085c52db20e361" providerId="LiveId" clId="{7225BF32-F2FD-4B13-86D2-73C1C4D2E93C}" dt="2025-10-16T00:32:42.568" v="338" actId="47"/>
        <pc:sldMkLst>
          <pc:docMk/>
          <pc:sldMk cId="0" sldId="297"/>
        </pc:sldMkLst>
      </pc:sldChg>
      <pc:sldChg chg="del">
        <pc:chgData name="Bhalchandra Shinde" userId="2d085c52db20e361" providerId="LiveId" clId="{7225BF32-F2FD-4B13-86D2-73C1C4D2E93C}" dt="2025-10-16T00:32:42.568" v="338" actId="47"/>
        <pc:sldMkLst>
          <pc:docMk/>
          <pc:sldMk cId="0" sldId="298"/>
        </pc:sldMkLst>
      </pc:sldChg>
      <pc:sldChg chg="modSp del mod">
        <pc:chgData name="Bhalchandra Shinde" userId="2d085c52db20e361" providerId="LiveId" clId="{7225BF32-F2FD-4B13-86D2-73C1C4D2E93C}" dt="2025-10-16T00:32:42.568" v="338" actId="47"/>
        <pc:sldMkLst>
          <pc:docMk/>
          <pc:sldMk cId="0" sldId="299"/>
        </pc:sldMkLst>
      </pc:sldChg>
      <pc:sldChg chg="modSp del mod">
        <pc:chgData name="Bhalchandra Shinde" userId="2d085c52db20e361" providerId="LiveId" clId="{7225BF32-F2FD-4B13-86D2-73C1C4D2E93C}" dt="2025-10-16T00:32:42.568" v="338" actId="47"/>
        <pc:sldMkLst>
          <pc:docMk/>
          <pc:sldMk cId="0" sldId="300"/>
        </pc:sldMkLst>
      </pc:sldChg>
      <pc:sldChg chg="del">
        <pc:chgData name="Bhalchandra Shinde" userId="2d085c52db20e361" providerId="LiveId" clId="{7225BF32-F2FD-4B13-86D2-73C1C4D2E93C}" dt="2025-10-16T00:32:42.568" v="338" actId="47"/>
        <pc:sldMkLst>
          <pc:docMk/>
          <pc:sldMk cId="0" sldId="301"/>
        </pc:sldMkLst>
      </pc:sldChg>
      <pc:sldChg chg="modSp del mod">
        <pc:chgData name="Bhalchandra Shinde" userId="2d085c52db20e361" providerId="LiveId" clId="{7225BF32-F2FD-4B13-86D2-73C1C4D2E93C}" dt="2025-10-16T00:32:42.568" v="338" actId="47"/>
        <pc:sldMkLst>
          <pc:docMk/>
          <pc:sldMk cId="0" sldId="302"/>
        </pc:sldMkLst>
      </pc:sldChg>
      <pc:sldChg chg="modSp del mod">
        <pc:chgData name="Bhalchandra Shinde" userId="2d085c52db20e361" providerId="LiveId" clId="{7225BF32-F2FD-4B13-86D2-73C1C4D2E93C}" dt="2025-10-16T00:32:42.568" v="338" actId="47"/>
        <pc:sldMkLst>
          <pc:docMk/>
          <pc:sldMk cId="0" sldId="303"/>
        </pc:sldMkLst>
      </pc:sldChg>
      <pc:sldChg chg="modSp del mod">
        <pc:chgData name="Bhalchandra Shinde" userId="2d085c52db20e361" providerId="LiveId" clId="{7225BF32-F2FD-4B13-86D2-73C1C4D2E93C}" dt="2025-10-16T00:32:42.568" v="338" actId="47"/>
        <pc:sldMkLst>
          <pc:docMk/>
          <pc:sldMk cId="0" sldId="304"/>
        </pc:sldMkLst>
      </pc:sldChg>
      <pc:sldChg chg="modSp del mod">
        <pc:chgData name="Bhalchandra Shinde" userId="2d085c52db20e361" providerId="LiveId" clId="{7225BF32-F2FD-4B13-86D2-73C1C4D2E93C}" dt="2025-10-16T00:32:42.568" v="338" actId="47"/>
        <pc:sldMkLst>
          <pc:docMk/>
          <pc:sldMk cId="0" sldId="305"/>
        </pc:sldMkLst>
      </pc:sldChg>
      <pc:sldChg chg="addSp delSp modSp new mod ord">
        <pc:chgData name="Bhalchandra Shinde" userId="2d085c52db20e361" providerId="LiveId" clId="{7225BF32-F2FD-4B13-86D2-73C1C4D2E93C}" dt="2025-10-18T23:00:59.555" v="1516"/>
        <pc:sldMkLst>
          <pc:docMk/>
          <pc:sldMk cId="2253889258" sldId="306"/>
        </pc:sldMkLst>
        <pc:spChg chg="mod">
          <ac:chgData name="Bhalchandra Shinde" userId="2d085c52db20e361" providerId="LiveId" clId="{7225BF32-F2FD-4B13-86D2-73C1C4D2E93C}" dt="2025-10-16T04:28:34.955" v="1170" actId="207"/>
          <ac:spMkLst>
            <pc:docMk/>
            <pc:sldMk cId="2253889258" sldId="306"/>
            <ac:spMk id="2" creationId="{0057A4D1-EE17-3546-BF14-5903EC526947}"/>
          </ac:spMkLst>
        </pc:spChg>
        <pc:picChg chg="add mod">
          <ac:chgData name="Bhalchandra Shinde" userId="2d085c52db20e361" providerId="LiveId" clId="{7225BF32-F2FD-4B13-86D2-73C1C4D2E93C}" dt="2025-10-16T04:28:19.891" v="1168" actId="14100"/>
          <ac:picMkLst>
            <pc:docMk/>
            <pc:sldMk cId="2253889258" sldId="306"/>
            <ac:picMk id="5" creationId="{3A812065-4313-8246-E994-072AEDF432B0}"/>
          </ac:picMkLst>
        </pc:picChg>
      </pc:sldChg>
      <pc:sldChg chg="addSp delSp modSp new del mod">
        <pc:chgData name="Bhalchandra Shinde" userId="2d085c52db20e361" providerId="LiveId" clId="{7225BF32-F2FD-4B13-86D2-73C1C4D2E93C}" dt="2025-10-16T04:07:50.953" v="978" actId="47"/>
        <pc:sldMkLst>
          <pc:docMk/>
          <pc:sldMk cId="3963789177" sldId="307"/>
        </pc:sldMkLst>
      </pc:sldChg>
      <pc:sldChg chg="addSp delSp modSp new mod">
        <pc:chgData name="Bhalchandra Shinde" userId="2d085c52db20e361" providerId="LiveId" clId="{7225BF32-F2FD-4B13-86D2-73C1C4D2E93C}" dt="2025-10-21T03:49:03.212" v="2037" actId="20577"/>
        <pc:sldMkLst>
          <pc:docMk/>
          <pc:sldMk cId="4155821620" sldId="307"/>
        </pc:sldMkLst>
        <pc:spChg chg="mod">
          <ac:chgData name="Bhalchandra Shinde" userId="2d085c52db20e361" providerId="LiveId" clId="{7225BF32-F2FD-4B13-86D2-73C1C4D2E93C}" dt="2025-10-21T03:45:28.147" v="2030" actId="207"/>
          <ac:spMkLst>
            <pc:docMk/>
            <pc:sldMk cId="4155821620" sldId="307"/>
            <ac:spMk id="2" creationId="{341A4B6E-A47D-8F4F-172D-F57EDE786A12}"/>
          </ac:spMkLst>
        </pc:spChg>
        <pc:spChg chg="del">
          <ac:chgData name="Bhalchandra Shinde" userId="2d085c52db20e361" providerId="LiveId" clId="{7225BF32-F2FD-4B13-86D2-73C1C4D2E93C}" dt="2025-10-21T03:44:36.788" v="2006" actId="478"/>
          <ac:spMkLst>
            <pc:docMk/>
            <pc:sldMk cId="4155821620" sldId="307"/>
            <ac:spMk id="3" creationId="{2B58F68E-B279-364D-D968-9E64AB294F4A}"/>
          </ac:spMkLst>
        </pc:spChg>
        <pc:graphicFrameChg chg="add mod modGraphic">
          <ac:chgData name="Bhalchandra Shinde" userId="2d085c52db20e361" providerId="LiveId" clId="{7225BF32-F2FD-4B13-86D2-73C1C4D2E93C}" dt="2025-10-21T03:49:03.212" v="2037" actId="20577"/>
          <ac:graphicFrameMkLst>
            <pc:docMk/>
            <pc:sldMk cId="4155821620" sldId="307"/>
            <ac:graphicFrameMk id="5" creationId="{ECB9C6DC-AE71-BE37-DADA-4BF8BE7F62B4}"/>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826660-87C2-4256-9651-62920B445837}" type="doc">
      <dgm:prSet loTypeId="urn:microsoft.com/office/officeart/2009/3/layout/RandomtoResultProcess" loCatId="process" qsTypeId="urn:microsoft.com/office/officeart/2005/8/quickstyle/simple1" qsCatId="simple" csTypeId="urn:microsoft.com/office/officeart/2005/8/colors/colorful5" csCatId="colorful" phldr="1"/>
      <dgm:spPr/>
      <dgm:t>
        <a:bodyPr/>
        <a:lstStyle/>
        <a:p>
          <a:endParaRPr lang="en-IN"/>
        </a:p>
      </dgm:t>
    </dgm:pt>
    <dgm:pt modelId="{C1164C95-21AF-41EB-8485-8F7A1DA65899}">
      <dgm:prSet phldrT="[Text]" phldr="0" custT="1"/>
      <dgm:spPr/>
      <dgm:t>
        <a:bodyPr/>
        <a:lstStyle/>
        <a:p>
          <a:r>
            <a:rPr lang="en-IN" sz="1400" dirty="0"/>
            <a:t>Search Space</a:t>
          </a:r>
        </a:p>
      </dgm:t>
    </dgm:pt>
    <dgm:pt modelId="{581B1E67-1885-4387-A113-2B7531818DC8}" type="parTrans" cxnId="{942F17F7-3CA2-4B3C-A3A0-18733D8CBDF2}">
      <dgm:prSet/>
      <dgm:spPr/>
      <dgm:t>
        <a:bodyPr/>
        <a:lstStyle/>
        <a:p>
          <a:endParaRPr lang="en-IN" sz="1600"/>
        </a:p>
      </dgm:t>
    </dgm:pt>
    <dgm:pt modelId="{6D5F1A1B-436B-453A-8D21-7251D461E520}" type="sibTrans" cxnId="{942F17F7-3CA2-4B3C-A3A0-18733D8CBDF2}">
      <dgm:prSet/>
      <dgm:spPr/>
      <dgm:t>
        <a:bodyPr/>
        <a:lstStyle/>
        <a:p>
          <a:endParaRPr lang="en-IN" sz="1600"/>
        </a:p>
      </dgm:t>
    </dgm:pt>
    <dgm:pt modelId="{72F951E3-1CFE-4DD3-A1B0-74736805DBBB}">
      <dgm:prSet phldrT="[Text]" phldr="0" custT="1"/>
      <dgm:spPr/>
      <dgm:t>
        <a:bodyPr/>
        <a:lstStyle/>
        <a:p>
          <a:r>
            <a:rPr lang="en-IN" sz="1400" dirty="0"/>
            <a:t>Search Strategy</a:t>
          </a:r>
        </a:p>
      </dgm:t>
    </dgm:pt>
    <dgm:pt modelId="{6F159974-F90C-49DD-8047-00A0869ACEA6}" type="parTrans" cxnId="{887DB67E-DC0D-4FBD-B709-5C6B20B8645A}">
      <dgm:prSet/>
      <dgm:spPr/>
      <dgm:t>
        <a:bodyPr/>
        <a:lstStyle/>
        <a:p>
          <a:endParaRPr lang="en-IN" sz="1600"/>
        </a:p>
      </dgm:t>
    </dgm:pt>
    <dgm:pt modelId="{3A9C2074-6F0C-41E6-995A-48B6D30F9855}" type="sibTrans" cxnId="{887DB67E-DC0D-4FBD-B709-5C6B20B8645A}">
      <dgm:prSet/>
      <dgm:spPr/>
      <dgm:t>
        <a:bodyPr/>
        <a:lstStyle/>
        <a:p>
          <a:endParaRPr lang="en-IN" sz="1600"/>
        </a:p>
      </dgm:t>
    </dgm:pt>
    <dgm:pt modelId="{5E331B11-93D1-48E1-8B6A-CBF27D0F620F}">
      <dgm:prSet phldrT="[Text]" phldr="0" custT="1"/>
      <dgm:spPr/>
      <dgm:t>
        <a:bodyPr/>
        <a:lstStyle/>
        <a:p>
          <a:r>
            <a:rPr lang="en-IN" sz="1400" dirty="0"/>
            <a:t>Performance Evaluation</a:t>
          </a:r>
        </a:p>
      </dgm:t>
    </dgm:pt>
    <dgm:pt modelId="{5DCD0A70-DD01-45A5-B469-0127BAA4A3F7}" type="parTrans" cxnId="{FC546395-100D-4EB3-8399-4380FDD8497E}">
      <dgm:prSet/>
      <dgm:spPr/>
      <dgm:t>
        <a:bodyPr/>
        <a:lstStyle/>
        <a:p>
          <a:endParaRPr lang="en-IN" sz="1600"/>
        </a:p>
      </dgm:t>
    </dgm:pt>
    <dgm:pt modelId="{1A7EAE11-23A0-4C96-9DBA-B7C409219714}" type="sibTrans" cxnId="{FC546395-100D-4EB3-8399-4380FDD8497E}">
      <dgm:prSet/>
      <dgm:spPr/>
      <dgm:t>
        <a:bodyPr/>
        <a:lstStyle/>
        <a:p>
          <a:endParaRPr lang="en-IN" sz="1600"/>
        </a:p>
      </dgm:t>
    </dgm:pt>
    <dgm:pt modelId="{F9185572-1881-4154-87BA-AB2295930D56}">
      <dgm:prSet phldrT="[Text]" phldr="0" custT="1"/>
      <dgm:spPr/>
      <dgm:t>
        <a:bodyPr/>
        <a:lstStyle/>
        <a:p>
          <a:r>
            <a:rPr lang="en-IN" sz="1400"/>
            <a:t>Optimal Architecture</a:t>
          </a:r>
          <a:endParaRPr lang="en-IN" sz="1400" dirty="0"/>
        </a:p>
      </dgm:t>
    </dgm:pt>
    <dgm:pt modelId="{CD03FB2E-ACD0-419B-9128-52556F5A577E}" type="parTrans" cxnId="{5BC5E17E-081B-4812-8C61-F5A58469050E}">
      <dgm:prSet/>
      <dgm:spPr/>
      <dgm:t>
        <a:bodyPr/>
        <a:lstStyle/>
        <a:p>
          <a:endParaRPr lang="en-IN" sz="1600"/>
        </a:p>
      </dgm:t>
    </dgm:pt>
    <dgm:pt modelId="{9CA97C65-E945-448D-B72F-8468AE082C07}" type="sibTrans" cxnId="{5BC5E17E-081B-4812-8C61-F5A58469050E}">
      <dgm:prSet/>
      <dgm:spPr/>
      <dgm:t>
        <a:bodyPr/>
        <a:lstStyle/>
        <a:p>
          <a:endParaRPr lang="en-IN" sz="1600"/>
        </a:p>
      </dgm:t>
    </dgm:pt>
    <dgm:pt modelId="{1A4FAD71-F0CC-4F50-B09D-B2C348D54421}" type="pres">
      <dgm:prSet presAssocID="{C9826660-87C2-4256-9651-62920B445837}" presName="Name0" presStyleCnt="0">
        <dgm:presLayoutVars>
          <dgm:dir/>
          <dgm:animOne val="branch"/>
          <dgm:animLvl val="lvl"/>
        </dgm:presLayoutVars>
      </dgm:prSet>
      <dgm:spPr/>
    </dgm:pt>
    <dgm:pt modelId="{C53AD9F9-075F-448A-9D99-0EC1F88D1FCE}" type="pres">
      <dgm:prSet presAssocID="{C1164C95-21AF-41EB-8485-8F7A1DA65899}" presName="chaos" presStyleCnt="0"/>
      <dgm:spPr/>
    </dgm:pt>
    <dgm:pt modelId="{8634ADF4-874C-4761-A3E7-2036D9C10155}" type="pres">
      <dgm:prSet presAssocID="{C1164C95-21AF-41EB-8485-8F7A1DA65899}" presName="parTx1" presStyleLbl="revTx" presStyleIdx="0" presStyleCnt="3"/>
      <dgm:spPr/>
    </dgm:pt>
    <dgm:pt modelId="{BB2612B4-1379-4D26-8EF8-18C5F2165514}" type="pres">
      <dgm:prSet presAssocID="{C1164C95-21AF-41EB-8485-8F7A1DA65899}" presName="c1" presStyleLbl="node1" presStyleIdx="0" presStyleCnt="19"/>
      <dgm:spPr/>
    </dgm:pt>
    <dgm:pt modelId="{C8037844-00ED-4647-9016-47CC2DA8E438}" type="pres">
      <dgm:prSet presAssocID="{C1164C95-21AF-41EB-8485-8F7A1DA65899}" presName="c2" presStyleLbl="node1" presStyleIdx="1" presStyleCnt="19"/>
      <dgm:spPr/>
    </dgm:pt>
    <dgm:pt modelId="{E9B45642-A331-4D2E-B2E1-36ECC7CA9533}" type="pres">
      <dgm:prSet presAssocID="{C1164C95-21AF-41EB-8485-8F7A1DA65899}" presName="c3" presStyleLbl="node1" presStyleIdx="2" presStyleCnt="19"/>
      <dgm:spPr/>
    </dgm:pt>
    <dgm:pt modelId="{3D36B6CD-7A4F-41FF-AD03-BE53CA719E3A}" type="pres">
      <dgm:prSet presAssocID="{C1164C95-21AF-41EB-8485-8F7A1DA65899}" presName="c4" presStyleLbl="node1" presStyleIdx="3" presStyleCnt="19"/>
      <dgm:spPr/>
    </dgm:pt>
    <dgm:pt modelId="{A2183CA2-D6E1-40A1-848E-C75EDD3A0FD9}" type="pres">
      <dgm:prSet presAssocID="{C1164C95-21AF-41EB-8485-8F7A1DA65899}" presName="c5" presStyleLbl="node1" presStyleIdx="4" presStyleCnt="19"/>
      <dgm:spPr/>
    </dgm:pt>
    <dgm:pt modelId="{6E633E24-9FEF-430C-92DC-E20226F5B8A1}" type="pres">
      <dgm:prSet presAssocID="{C1164C95-21AF-41EB-8485-8F7A1DA65899}" presName="c6" presStyleLbl="node1" presStyleIdx="5" presStyleCnt="19"/>
      <dgm:spPr/>
    </dgm:pt>
    <dgm:pt modelId="{5F56E5F8-B11D-4CE4-B8DC-E097503101A8}" type="pres">
      <dgm:prSet presAssocID="{C1164C95-21AF-41EB-8485-8F7A1DA65899}" presName="c7" presStyleLbl="node1" presStyleIdx="6" presStyleCnt="19"/>
      <dgm:spPr/>
    </dgm:pt>
    <dgm:pt modelId="{3631C067-BE34-4CFB-B04F-F4C18C6DAD70}" type="pres">
      <dgm:prSet presAssocID="{C1164C95-21AF-41EB-8485-8F7A1DA65899}" presName="c8" presStyleLbl="node1" presStyleIdx="7" presStyleCnt="19"/>
      <dgm:spPr/>
    </dgm:pt>
    <dgm:pt modelId="{5CE2E245-3DA0-4D8E-87D3-12DC465A0905}" type="pres">
      <dgm:prSet presAssocID="{C1164C95-21AF-41EB-8485-8F7A1DA65899}" presName="c9" presStyleLbl="node1" presStyleIdx="8" presStyleCnt="19"/>
      <dgm:spPr/>
    </dgm:pt>
    <dgm:pt modelId="{13FF6470-82AF-428A-BA81-3629B177E86B}" type="pres">
      <dgm:prSet presAssocID="{C1164C95-21AF-41EB-8485-8F7A1DA65899}" presName="c10" presStyleLbl="node1" presStyleIdx="9" presStyleCnt="19"/>
      <dgm:spPr/>
    </dgm:pt>
    <dgm:pt modelId="{8CA29EF7-2F3F-444F-A106-8C33A501C1F4}" type="pres">
      <dgm:prSet presAssocID="{C1164C95-21AF-41EB-8485-8F7A1DA65899}" presName="c11" presStyleLbl="node1" presStyleIdx="10" presStyleCnt="19"/>
      <dgm:spPr/>
    </dgm:pt>
    <dgm:pt modelId="{5B0B740E-F18E-432B-B2D6-3847FF656C0F}" type="pres">
      <dgm:prSet presAssocID="{C1164C95-21AF-41EB-8485-8F7A1DA65899}" presName="c12" presStyleLbl="node1" presStyleIdx="11" presStyleCnt="19"/>
      <dgm:spPr/>
    </dgm:pt>
    <dgm:pt modelId="{4C3E0CB0-3AF5-4B2D-80C6-2FC5E89FEAB6}" type="pres">
      <dgm:prSet presAssocID="{C1164C95-21AF-41EB-8485-8F7A1DA65899}" presName="c13" presStyleLbl="node1" presStyleIdx="12" presStyleCnt="19"/>
      <dgm:spPr/>
    </dgm:pt>
    <dgm:pt modelId="{60FC4072-5A7D-49FA-A70E-C4C3FD0F6180}" type="pres">
      <dgm:prSet presAssocID="{C1164C95-21AF-41EB-8485-8F7A1DA65899}" presName="c14" presStyleLbl="node1" presStyleIdx="13" presStyleCnt="19"/>
      <dgm:spPr/>
    </dgm:pt>
    <dgm:pt modelId="{EC9602FC-0C96-47D5-85A6-ACF69A735F87}" type="pres">
      <dgm:prSet presAssocID="{C1164C95-21AF-41EB-8485-8F7A1DA65899}" presName="c15" presStyleLbl="node1" presStyleIdx="14" presStyleCnt="19"/>
      <dgm:spPr/>
    </dgm:pt>
    <dgm:pt modelId="{85654101-C203-484A-A316-FD3FB7587B6F}" type="pres">
      <dgm:prSet presAssocID="{C1164C95-21AF-41EB-8485-8F7A1DA65899}" presName="c16" presStyleLbl="node1" presStyleIdx="15" presStyleCnt="19"/>
      <dgm:spPr/>
    </dgm:pt>
    <dgm:pt modelId="{7D7C13D1-9A01-48E9-8D6A-C8CF273E39DA}" type="pres">
      <dgm:prSet presAssocID="{C1164C95-21AF-41EB-8485-8F7A1DA65899}" presName="c17" presStyleLbl="node1" presStyleIdx="16" presStyleCnt="19"/>
      <dgm:spPr/>
    </dgm:pt>
    <dgm:pt modelId="{A16887D0-FD72-455F-818C-5F5A5AD37709}" type="pres">
      <dgm:prSet presAssocID="{C1164C95-21AF-41EB-8485-8F7A1DA65899}" presName="c18" presStyleLbl="node1" presStyleIdx="17" presStyleCnt="19"/>
      <dgm:spPr/>
    </dgm:pt>
    <dgm:pt modelId="{E28CDF95-4E49-4985-AE40-9C5359DE0B13}" type="pres">
      <dgm:prSet presAssocID="{6D5F1A1B-436B-453A-8D21-7251D461E520}" presName="chevronComposite1" presStyleCnt="0"/>
      <dgm:spPr/>
    </dgm:pt>
    <dgm:pt modelId="{F1501499-E4EC-49D6-B64B-97A5A8015E82}" type="pres">
      <dgm:prSet presAssocID="{6D5F1A1B-436B-453A-8D21-7251D461E520}" presName="chevron1" presStyleLbl="sibTrans2D1" presStyleIdx="0" presStyleCnt="3"/>
      <dgm:spPr/>
    </dgm:pt>
    <dgm:pt modelId="{52E0E7B3-02D1-483B-928A-63B1A403ECAA}" type="pres">
      <dgm:prSet presAssocID="{6D5F1A1B-436B-453A-8D21-7251D461E520}" presName="spChevron1" presStyleCnt="0"/>
      <dgm:spPr/>
    </dgm:pt>
    <dgm:pt modelId="{C8361695-419C-4D72-A470-0FCCCEC7F409}" type="pres">
      <dgm:prSet presAssocID="{72F951E3-1CFE-4DD3-A1B0-74736805DBBB}" presName="middle" presStyleCnt="0"/>
      <dgm:spPr/>
    </dgm:pt>
    <dgm:pt modelId="{2FBBE7A8-F39E-4C5D-8A1E-6D4D3B66EBF4}" type="pres">
      <dgm:prSet presAssocID="{72F951E3-1CFE-4DD3-A1B0-74736805DBBB}" presName="parTxMid" presStyleLbl="revTx" presStyleIdx="1" presStyleCnt="3"/>
      <dgm:spPr/>
    </dgm:pt>
    <dgm:pt modelId="{CB4A51F0-AC38-43C2-9DDA-BA7F94888285}" type="pres">
      <dgm:prSet presAssocID="{72F951E3-1CFE-4DD3-A1B0-74736805DBBB}" presName="spMid" presStyleCnt="0"/>
      <dgm:spPr/>
    </dgm:pt>
    <dgm:pt modelId="{B4892785-D368-49AA-9035-1A163E98F296}" type="pres">
      <dgm:prSet presAssocID="{3A9C2074-6F0C-41E6-995A-48B6D30F9855}" presName="chevronComposite1" presStyleCnt="0"/>
      <dgm:spPr/>
    </dgm:pt>
    <dgm:pt modelId="{11505967-28C2-4EC3-ABBB-6D5FD2806F47}" type="pres">
      <dgm:prSet presAssocID="{3A9C2074-6F0C-41E6-995A-48B6D30F9855}" presName="chevron1" presStyleLbl="sibTrans2D1" presStyleIdx="1" presStyleCnt="3"/>
      <dgm:spPr/>
    </dgm:pt>
    <dgm:pt modelId="{B2998FFA-62E0-4157-AB23-A154F98B6FBF}" type="pres">
      <dgm:prSet presAssocID="{3A9C2074-6F0C-41E6-995A-48B6D30F9855}" presName="spChevron1" presStyleCnt="0"/>
      <dgm:spPr/>
    </dgm:pt>
    <dgm:pt modelId="{1C744AB2-73E2-4485-90A1-23D338811BBB}" type="pres">
      <dgm:prSet presAssocID="{5E331B11-93D1-48E1-8B6A-CBF27D0F620F}" presName="middle" presStyleCnt="0"/>
      <dgm:spPr/>
    </dgm:pt>
    <dgm:pt modelId="{17426FE2-ACE9-4012-AA55-A33DC798911F}" type="pres">
      <dgm:prSet presAssocID="{5E331B11-93D1-48E1-8B6A-CBF27D0F620F}" presName="parTxMid" presStyleLbl="revTx" presStyleIdx="2" presStyleCnt="3"/>
      <dgm:spPr/>
    </dgm:pt>
    <dgm:pt modelId="{BBE955D2-86A5-4120-85AC-35B5C2E37631}" type="pres">
      <dgm:prSet presAssocID="{5E331B11-93D1-48E1-8B6A-CBF27D0F620F}" presName="spMid" presStyleCnt="0"/>
      <dgm:spPr/>
    </dgm:pt>
    <dgm:pt modelId="{C872D810-480A-4DDE-A4A6-065AE63CEAAD}" type="pres">
      <dgm:prSet presAssocID="{1A7EAE11-23A0-4C96-9DBA-B7C409219714}" presName="chevronComposite1" presStyleCnt="0"/>
      <dgm:spPr/>
    </dgm:pt>
    <dgm:pt modelId="{0173720D-61BD-48A8-B308-5F128093D504}" type="pres">
      <dgm:prSet presAssocID="{1A7EAE11-23A0-4C96-9DBA-B7C409219714}" presName="chevron1" presStyleLbl="sibTrans2D1" presStyleIdx="2" presStyleCnt="3"/>
      <dgm:spPr/>
    </dgm:pt>
    <dgm:pt modelId="{9A4916AE-8D8F-4725-9D7D-83F848BBABF0}" type="pres">
      <dgm:prSet presAssocID="{1A7EAE11-23A0-4C96-9DBA-B7C409219714}" presName="spChevron1" presStyleCnt="0"/>
      <dgm:spPr/>
    </dgm:pt>
    <dgm:pt modelId="{D0016B0A-7990-49CB-9F64-2606DF97FAAC}" type="pres">
      <dgm:prSet presAssocID="{F9185572-1881-4154-87BA-AB2295930D56}" presName="last" presStyleCnt="0"/>
      <dgm:spPr/>
    </dgm:pt>
    <dgm:pt modelId="{9593E8B3-AE58-4A89-B71B-9A811B91CF97}" type="pres">
      <dgm:prSet presAssocID="{F9185572-1881-4154-87BA-AB2295930D56}" presName="circleTx" presStyleLbl="node1" presStyleIdx="18" presStyleCnt="19"/>
      <dgm:spPr/>
    </dgm:pt>
    <dgm:pt modelId="{E89C9796-FBDC-42B8-BAAF-AD85ED67C74F}" type="pres">
      <dgm:prSet presAssocID="{F9185572-1881-4154-87BA-AB2295930D56}" presName="spN" presStyleCnt="0"/>
      <dgm:spPr/>
    </dgm:pt>
  </dgm:ptLst>
  <dgm:cxnLst>
    <dgm:cxn modelId="{E9027728-F759-4E28-B43E-B4CA32040E90}" type="presOf" srcId="{72F951E3-1CFE-4DD3-A1B0-74736805DBBB}" destId="{2FBBE7A8-F39E-4C5D-8A1E-6D4D3B66EBF4}" srcOrd="0" destOrd="0" presId="urn:microsoft.com/office/officeart/2009/3/layout/RandomtoResultProcess"/>
    <dgm:cxn modelId="{6778CC2D-EAFF-4C34-B70D-E5E37031E42F}" type="presOf" srcId="{F9185572-1881-4154-87BA-AB2295930D56}" destId="{9593E8B3-AE58-4A89-B71B-9A811B91CF97}" srcOrd="0" destOrd="0" presId="urn:microsoft.com/office/officeart/2009/3/layout/RandomtoResultProcess"/>
    <dgm:cxn modelId="{887DB67E-DC0D-4FBD-B709-5C6B20B8645A}" srcId="{C9826660-87C2-4256-9651-62920B445837}" destId="{72F951E3-1CFE-4DD3-A1B0-74736805DBBB}" srcOrd="1" destOrd="0" parTransId="{6F159974-F90C-49DD-8047-00A0869ACEA6}" sibTransId="{3A9C2074-6F0C-41E6-995A-48B6D30F9855}"/>
    <dgm:cxn modelId="{5BC5E17E-081B-4812-8C61-F5A58469050E}" srcId="{C9826660-87C2-4256-9651-62920B445837}" destId="{F9185572-1881-4154-87BA-AB2295930D56}" srcOrd="3" destOrd="0" parTransId="{CD03FB2E-ACD0-419B-9128-52556F5A577E}" sibTransId="{9CA97C65-E945-448D-B72F-8468AE082C07}"/>
    <dgm:cxn modelId="{D6220F82-A156-467B-9700-C04375EACAC8}" type="presOf" srcId="{C1164C95-21AF-41EB-8485-8F7A1DA65899}" destId="{8634ADF4-874C-4761-A3E7-2036D9C10155}" srcOrd="0" destOrd="0" presId="urn:microsoft.com/office/officeart/2009/3/layout/RandomtoResultProcess"/>
    <dgm:cxn modelId="{FC546395-100D-4EB3-8399-4380FDD8497E}" srcId="{C9826660-87C2-4256-9651-62920B445837}" destId="{5E331B11-93D1-48E1-8B6A-CBF27D0F620F}" srcOrd="2" destOrd="0" parTransId="{5DCD0A70-DD01-45A5-B469-0127BAA4A3F7}" sibTransId="{1A7EAE11-23A0-4C96-9DBA-B7C409219714}"/>
    <dgm:cxn modelId="{9CB663A7-93ED-445F-8AA2-76A082C52B84}" type="presOf" srcId="{C9826660-87C2-4256-9651-62920B445837}" destId="{1A4FAD71-F0CC-4F50-B09D-B2C348D54421}" srcOrd="0" destOrd="0" presId="urn:microsoft.com/office/officeart/2009/3/layout/RandomtoResultProcess"/>
    <dgm:cxn modelId="{BCB590EE-B5CB-4142-8ADA-E0C9F75EDE87}" type="presOf" srcId="{5E331B11-93D1-48E1-8B6A-CBF27D0F620F}" destId="{17426FE2-ACE9-4012-AA55-A33DC798911F}" srcOrd="0" destOrd="0" presId="urn:microsoft.com/office/officeart/2009/3/layout/RandomtoResultProcess"/>
    <dgm:cxn modelId="{942F17F7-3CA2-4B3C-A3A0-18733D8CBDF2}" srcId="{C9826660-87C2-4256-9651-62920B445837}" destId="{C1164C95-21AF-41EB-8485-8F7A1DA65899}" srcOrd="0" destOrd="0" parTransId="{581B1E67-1885-4387-A113-2B7531818DC8}" sibTransId="{6D5F1A1B-436B-453A-8D21-7251D461E520}"/>
    <dgm:cxn modelId="{C64B89B7-DCED-4C0F-9AEF-BC272A4C3CD5}" type="presParOf" srcId="{1A4FAD71-F0CC-4F50-B09D-B2C348D54421}" destId="{C53AD9F9-075F-448A-9D99-0EC1F88D1FCE}" srcOrd="0" destOrd="0" presId="urn:microsoft.com/office/officeart/2009/3/layout/RandomtoResultProcess"/>
    <dgm:cxn modelId="{B7802725-6A1C-4576-ABFD-56CFAF2C9E0E}" type="presParOf" srcId="{C53AD9F9-075F-448A-9D99-0EC1F88D1FCE}" destId="{8634ADF4-874C-4761-A3E7-2036D9C10155}" srcOrd="0" destOrd="0" presId="urn:microsoft.com/office/officeart/2009/3/layout/RandomtoResultProcess"/>
    <dgm:cxn modelId="{6FF51DD2-EB08-47B1-8B5D-E25E14AB7C9A}" type="presParOf" srcId="{C53AD9F9-075F-448A-9D99-0EC1F88D1FCE}" destId="{BB2612B4-1379-4D26-8EF8-18C5F2165514}" srcOrd="1" destOrd="0" presId="urn:microsoft.com/office/officeart/2009/3/layout/RandomtoResultProcess"/>
    <dgm:cxn modelId="{FBEB532B-729B-45FC-8C72-B13116784E02}" type="presParOf" srcId="{C53AD9F9-075F-448A-9D99-0EC1F88D1FCE}" destId="{C8037844-00ED-4647-9016-47CC2DA8E438}" srcOrd="2" destOrd="0" presId="urn:microsoft.com/office/officeart/2009/3/layout/RandomtoResultProcess"/>
    <dgm:cxn modelId="{343683D9-8B0B-45C5-8671-BB81C523DFCA}" type="presParOf" srcId="{C53AD9F9-075F-448A-9D99-0EC1F88D1FCE}" destId="{E9B45642-A331-4D2E-B2E1-36ECC7CA9533}" srcOrd="3" destOrd="0" presId="urn:microsoft.com/office/officeart/2009/3/layout/RandomtoResultProcess"/>
    <dgm:cxn modelId="{9721AF7E-CC32-402F-B262-C04CB58A0C5C}" type="presParOf" srcId="{C53AD9F9-075F-448A-9D99-0EC1F88D1FCE}" destId="{3D36B6CD-7A4F-41FF-AD03-BE53CA719E3A}" srcOrd="4" destOrd="0" presId="urn:microsoft.com/office/officeart/2009/3/layout/RandomtoResultProcess"/>
    <dgm:cxn modelId="{DC06E62F-A062-4F2D-B2CF-34770FE8C377}" type="presParOf" srcId="{C53AD9F9-075F-448A-9D99-0EC1F88D1FCE}" destId="{A2183CA2-D6E1-40A1-848E-C75EDD3A0FD9}" srcOrd="5" destOrd="0" presId="urn:microsoft.com/office/officeart/2009/3/layout/RandomtoResultProcess"/>
    <dgm:cxn modelId="{FD2ECA2F-D520-451C-9862-3A54956E11C0}" type="presParOf" srcId="{C53AD9F9-075F-448A-9D99-0EC1F88D1FCE}" destId="{6E633E24-9FEF-430C-92DC-E20226F5B8A1}" srcOrd="6" destOrd="0" presId="urn:microsoft.com/office/officeart/2009/3/layout/RandomtoResultProcess"/>
    <dgm:cxn modelId="{755365BC-684B-4E66-AF6C-9EB9E00A57BB}" type="presParOf" srcId="{C53AD9F9-075F-448A-9D99-0EC1F88D1FCE}" destId="{5F56E5F8-B11D-4CE4-B8DC-E097503101A8}" srcOrd="7" destOrd="0" presId="urn:microsoft.com/office/officeart/2009/3/layout/RandomtoResultProcess"/>
    <dgm:cxn modelId="{8501E6CC-0CE0-4308-9323-AAB1D2B0E836}" type="presParOf" srcId="{C53AD9F9-075F-448A-9D99-0EC1F88D1FCE}" destId="{3631C067-BE34-4CFB-B04F-F4C18C6DAD70}" srcOrd="8" destOrd="0" presId="urn:microsoft.com/office/officeart/2009/3/layout/RandomtoResultProcess"/>
    <dgm:cxn modelId="{49658F0B-390E-4BDF-B686-FA9EF20A788D}" type="presParOf" srcId="{C53AD9F9-075F-448A-9D99-0EC1F88D1FCE}" destId="{5CE2E245-3DA0-4D8E-87D3-12DC465A0905}" srcOrd="9" destOrd="0" presId="urn:microsoft.com/office/officeart/2009/3/layout/RandomtoResultProcess"/>
    <dgm:cxn modelId="{7F007286-D31C-40BD-8133-EA12784AC0D9}" type="presParOf" srcId="{C53AD9F9-075F-448A-9D99-0EC1F88D1FCE}" destId="{13FF6470-82AF-428A-BA81-3629B177E86B}" srcOrd="10" destOrd="0" presId="urn:microsoft.com/office/officeart/2009/3/layout/RandomtoResultProcess"/>
    <dgm:cxn modelId="{C1CDB9A8-24F7-4F30-B064-7D7842D5B049}" type="presParOf" srcId="{C53AD9F9-075F-448A-9D99-0EC1F88D1FCE}" destId="{8CA29EF7-2F3F-444F-A106-8C33A501C1F4}" srcOrd="11" destOrd="0" presId="urn:microsoft.com/office/officeart/2009/3/layout/RandomtoResultProcess"/>
    <dgm:cxn modelId="{9FA892E2-8C1F-4A24-AF7E-4076BE54A2E2}" type="presParOf" srcId="{C53AD9F9-075F-448A-9D99-0EC1F88D1FCE}" destId="{5B0B740E-F18E-432B-B2D6-3847FF656C0F}" srcOrd="12" destOrd="0" presId="urn:microsoft.com/office/officeart/2009/3/layout/RandomtoResultProcess"/>
    <dgm:cxn modelId="{2567C5CB-61E3-4E19-8172-37AAA2AB7ED2}" type="presParOf" srcId="{C53AD9F9-075F-448A-9D99-0EC1F88D1FCE}" destId="{4C3E0CB0-3AF5-4B2D-80C6-2FC5E89FEAB6}" srcOrd="13" destOrd="0" presId="urn:microsoft.com/office/officeart/2009/3/layout/RandomtoResultProcess"/>
    <dgm:cxn modelId="{52C72A0F-CDD1-4335-A694-70AD655790D4}" type="presParOf" srcId="{C53AD9F9-075F-448A-9D99-0EC1F88D1FCE}" destId="{60FC4072-5A7D-49FA-A70E-C4C3FD0F6180}" srcOrd="14" destOrd="0" presId="urn:microsoft.com/office/officeart/2009/3/layout/RandomtoResultProcess"/>
    <dgm:cxn modelId="{55CA1ED6-F59A-4F5C-8555-68B527E23FF0}" type="presParOf" srcId="{C53AD9F9-075F-448A-9D99-0EC1F88D1FCE}" destId="{EC9602FC-0C96-47D5-85A6-ACF69A735F87}" srcOrd="15" destOrd="0" presId="urn:microsoft.com/office/officeart/2009/3/layout/RandomtoResultProcess"/>
    <dgm:cxn modelId="{C4A5C48C-0478-480B-897A-1E33ABBE464A}" type="presParOf" srcId="{C53AD9F9-075F-448A-9D99-0EC1F88D1FCE}" destId="{85654101-C203-484A-A316-FD3FB7587B6F}" srcOrd="16" destOrd="0" presId="urn:microsoft.com/office/officeart/2009/3/layout/RandomtoResultProcess"/>
    <dgm:cxn modelId="{0A8CB490-8C3B-4CE4-A288-63F913861816}" type="presParOf" srcId="{C53AD9F9-075F-448A-9D99-0EC1F88D1FCE}" destId="{7D7C13D1-9A01-48E9-8D6A-C8CF273E39DA}" srcOrd="17" destOrd="0" presId="urn:microsoft.com/office/officeart/2009/3/layout/RandomtoResultProcess"/>
    <dgm:cxn modelId="{E80AA1ED-25EA-4886-B740-27EBFC2D7E24}" type="presParOf" srcId="{C53AD9F9-075F-448A-9D99-0EC1F88D1FCE}" destId="{A16887D0-FD72-455F-818C-5F5A5AD37709}" srcOrd="18" destOrd="0" presId="urn:microsoft.com/office/officeart/2009/3/layout/RandomtoResultProcess"/>
    <dgm:cxn modelId="{A073EA9F-9E90-47DF-8A0B-1CDE2F4B4B44}" type="presParOf" srcId="{1A4FAD71-F0CC-4F50-B09D-B2C348D54421}" destId="{E28CDF95-4E49-4985-AE40-9C5359DE0B13}" srcOrd="1" destOrd="0" presId="urn:microsoft.com/office/officeart/2009/3/layout/RandomtoResultProcess"/>
    <dgm:cxn modelId="{91FE53AE-7F3C-446D-A7EE-E5A9BECC2618}" type="presParOf" srcId="{E28CDF95-4E49-4985-AE40-9C5359DE0B13}" destId="{F1501499-E4EC-49D6-B64B-97A5A8015E82}" srcOrd="0" destOrd="0" presId="urn:microsoft.com/office/officeart/2009/3/layout/RandomtoResultProcess"/>
    <dgm:cxn modelId="{A5C42F69-58ED-4AB9-8C6A-5DA92519BD5B}" type="presParOf" srcId="{E28CDF95-4E49-4985-AE40-9C5359DE0B13}" destId="{52E0E7B3-02D1-483B-928A-63B1A403ECAA}" srcOrd="1" destOrd="0" presId="urn:microsoft.com/office/officeart/2009/3/layout/RandomtoResultProcess"/>
    <dgm:cxn modelId="{015729DE-6A12-4192-B6E6-10662A55A783}" type="presParOf" srcId="{1A4FAD71-F0CC-4F50-B09D-B2C348D54421}" destId="{C8361695-419C-4D72-A470-0FCCCEC7F409}" srcOrd="2" destOrd="0" presId="urn:microsoft.com/office/officeart/2009/3/layout/RandomtoResultProcess"/>
    <dgm:cxn modelId="{4E286C33-F28D-40BE-936A-40CECE672A9B}" type="presParOf" srcId="{C8361695-419C-4D72-A470-0FCCCEC7F409}" destId="{2FBBE7A8-F39E-4C5D-8A1E-6D4D3B66EBF4}" srcOrd="0" destOrd="0" presId="urn:microsoft.com/office/officeart/2009/3/layout/RandomtoResultProcess"/>
    <dgm:cxn modelId="{1803D6CE-E76C-4E96-8D6C-8E0E62482696}" type="presParOf" srcId="{C8361695-419C-4D72-A470-0FCCCEC7F409}" destId="{CB4A51F0-AC38-43C2-9DDA-BA7F94888285}" srcOrd="1" destOrd="0" presId="urn:microsoft.com/office/officeart/2009/3/layout/RandomtoResultProcess"/>
    <dgm:cxn modelId="{759328E5-352E-401A-8F88-F2DA75175C65}" type="presParOf" srcId="{1A4FAD71-F0CC-4F50-B09D-B2C348D54421}" destId="{B4892785-D368-49AA-9035-1A163E98F296}" srcOrd="3" destOrd="0" presId="urn:microsoft.com/office/officeart/2009/3/layout/RandomtoResultProcess"/>
    <dgm:cxn modelId="{77D468F4-315E-41A2-ADF3-F17866FC5CDA}" type="presParOf" srcId="{B4892785-D368-49AA-9035-1A163E98F296}" destId="{11505967-28C2-4EC3-ABBB-6D5FD2806F47}" srcOrd="0" destOrd="0" presId="urn:microsoft.com/office/officeart/2009/3/layout/RandomtoResultProcess"/>
    <dgm:cxn modelId="{9F632DA6-9558-4F4F-A3E0-5F89C7604339}" type="presParOf" srcId="{B4892785-D368-49AA-9035-1A163E98F296}" destId="{B2998FFA-62E0-4157-AB23-A154F98B6FBF}" srcOrd="1" destOrd="0" presId="urn:microsoft.com/office/officeart/2009/3/layout/RandomtoResultProcess"/>
    <dgm:cxn modelId="{AAABACEC-D524-447C-AAA8-00FD81C2AE9D}" type="presParOf" srcId="{1A4FAD71-F0CC-4F50-B09D-B2C348D54421}" destId="{1C744AB2-73E2-4485-90A1-23D338811BBB}" srcOrd="4" destOrd="0" presId="urn:microsoft.com/office/officeart/2009/3/layout/RandomtoResultProcess"/>
    <dgm:cxn modelId="{1AE24E73-A8F6-49E7-9385-83B1AAB2B74E}" type="presParOf" srcId="{1C744AB2-73E2-4485-90A1-23D338811BBB}" destId="{17426FE2-ACE9-4012-AA55-A33DC798911F}" srcOrd="0" destOrd="0" presId="urn:microsoft.com/office/officeart/2009/3/layout/RandomtoResultProcess"/>
    <dgm:cxn modelId="{53B84CAB-44FC-4AB3-8F5E-8F95EF94F764}" type="presParOf" srcId="{1C744AB2-73E2-4485-90A1-23D338811BBB}" destId="{BBE955D2-86A5-4120-85AC-35B5C2E37631}" srcOrd="1" destOrd="0" presId="urn:microsoft.com/office/officeart/2009/3/layout/RandomtoResultProcess"/>
    <dgm:cxn modelId="{BE04AD7C-22EE-4DD7-86CF-2EA875EC78FE}" type="presParOf" srcId="{1A4FAD71-F0CC-4F50-B09D-B2C348D54421}" destId="{C872D810-480A-4DDE-A4A6-065AE63CEAAD}" srcOrd="5" destOrd="0" presId="urn:microsoft.com/office/officeart/2009/3/layout/RandomtoResultProcess"/>
    <dgm:cxn modelId="{25EE731C-36BB-439F-A4D0-D3C549E824B6}" type="presParOf" srcId="{C872D810-480A-4DDE-A4A6-065AE63CEAAD}" destId="{0173720D-61BD-48A8-B308-5F128093D504}" srcOrd="0" destOrd="0" presId="urn:microsoft.com/office/officeart/2009/3/layout/RandomtoResultProcess"/>
    <dgm:cxn modelId="{EBAA958B-7525-4E4C-B9E0-2AD6BD109D62}" type="presParOf" srcId="{C872D810-480A-4DDE-A4A6-065AE63CEAAD}" destId="{9A4916AE-8D8F-4725-9D7D-83F848BBABF0}" srcOrd="1" destOrd="0" presId="urn:microsoft.com/office/officeart/2009/3/layout/RandomtoResultProcess"/>
    <dgm:cxn modelId="{0A644EE4-BAA7-4E6B-87B0-52D91156258E}" type="presParOf" srcId="{1A4FAD71-F0CC-4F50-B09D-B2C348D54421}" destId="{D0016B0A-7990-49CB-9F64-2606DF97FAAC}" srcOrd="6" destOrd="0" presId="urn:microsoft.com/office/officeart/2009/3/layout/RandomtoResultProcess"/>
    <dgm:cxn modelId="{60BBC858-744A-421F-BB10-BADC8ABA076C}" type="presParOf" srcId="{D0016B0A-7990-49CB-9F64-2606DF97FAAC}" destId="{9593E8B3-AE58-4A89-B71B-9A811B91CF97}" srcOrd="0" destOrd="0" presId="urn:microsoft.com/office/officeart/2009/3/layout/RandomtoResultProcess"/>
    <dgm:cxn modelId="{249240AF-FC1B-4B7D-9F92-97AFEF921896}" type="presParOf" srcId="{D0016B0A-7990-49CB-9F64-2606DF97FAAC}" destId="{E89C9796-FBDC-42B8-BAAF-AD85ED67C74F}" srcOrd="1" destOrd="0" presId="urn:microsoft.com/office/officeart/2009/3/layout/RandomtoResul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137E48-C60C-43D3-91C8-7F716D0C6601}" type="doc">
      <dgm:prSet loTypeId="urn:microsoft.com/office/officeart/2011/layout/HexagonRadial" loCatId="cycle" qsTypeId="urn:microsoft.com/office/officeart/2005/8/quickstyle/simple1" qsCatId="simple" csTypeId="urn:microsoft.com/office/officeart/2005/8/colors/accent0_3" csCatId="mainScheme" phldr="1"/>
      <dgm:spPr/>
      <dgm:t>
        <a:bodyPr/>
        <a:lstStyle/>
        <a:p>
          <a:endParaRPr lang="en-IN"/>
        </a:p>
      </dgm:t>
    </dgm:pt>
    <dgm:pt modelId="{289514F2-DFF5-4DB6-834A-D29A956A29F4}">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Resource requirement</a:t>
          </a:r>
        </a:p>
      </dgm:t>
    </dgm:pt>
    <dgm:pt modelId="{9435A4BB-BDEB-4E71-8B91-220221B15362}" type="parTrans" cxnId="{C4CBE76B-BF11-4AF7-97B2-D0A4860D808E}">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0425AA1D-68A6-477D-92A4-063DD40F10B3}" type="sibTrans" cxnId="{C4CBE76B-BF11-4AF7-97B2-D0A4860D808E}">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C3930E5F-73B1-43B6-9FA3-94B25F6E99D6}">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Design process</a:t>
          </a:r>
        </a:p>
      </dgm:t>
    </dgm:pt>
    <dgm:pt modelId="{DEEAA8BB-E6E8-4982-A131-A7DCDD637C22}" type="parTrans" cxnId="{E6ADB6B5-3A6E-4DA3-8540-B4CEA8A5F2D4}">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0270F27C-40E7-484B-A3A8-896FA72E704A}" type="sibTrans" cxnId="{E6ADB6B5-3A6E-4DA3-8540-B4CEA8A5F2D4}">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3419DEFB-8216-4D6B-8E31-DCA316C26CF3}">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Exploration</a:t>
          </a:r>
        </a:p>
      </dgm:t>
    </dgm:pt>
    <dgm:pt modelId="{74508AC0-0E4E-4AD9-A541-C3834154BAD1}" type="parTrans" cxnId="{93EED039-8FF2-47DE-BFFD-BB2EC5E86FF2}">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1172F4B6-F551-46BC-A31A-C959AB7EEE1B}" type="sibTrans" cxnId="{93EED039-8FF2-47DE-BFFD-BB2EC5E86FF2}">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4E9FFD2B-3A16-4C24-ABFF-D90CE120679F}">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Speed</a:t>
          </a:r>
        </a:p>
      </dgm:t>
    </dgm:pt>
    <dgm:pt modelId="{925EA5B2-1230-4F74-A138-4C07AB701940}" type="parTrans" cxnId="{5D395771-6DB9-4027-81EC-E60FC201819D}">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95D06CCD-1776-46F8-91EB-45108B463672}" type="sibTrans" cxnId="{5D395771-6DB9-4027-81EC-E60FC201819D}">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59FD88B2-9EF3-42E8-A524-983A4AA4EFC5}">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Bias</a:t>
          </a:r>
        </a:p>
      </dgm:t>
    </dgm:pt>
    <dgm:pt modelId="{73C2A7BE-4D84-467F-A20D-F166955FEE1E}" type="parTrans" cxnId="{042F1352-B7D0-44E2-9678-435769BDA0CE}">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32C0DBA3-63ED-4BAE-8E6B-4363B4FD074B}" type="sibTrans" cxnId="{042F1352-B7D0-44E2-9678-435769BDA0CE}">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9CBF982F-06E1-45FE-B297-E8E85B86E85B}">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Adaptability</a:t>
          </a:r>
        </a:p>
      </dgm:t>
    </dgm:pt>
    <dgm:pt modelId="{A9BA7A91-E0A3-4948-9B28-5BF7BE136061}" type="parTrans" cxnId="{61A562F0-CB49-4BD0-8FE0-A6CD9EE33A51}">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161E5617-DBC7-4E34-8365-EC62CE3D0FAC}" type="sibTrans" cxnId="{61A562F0-CB49-4BD0-8FE0-A6CD9EE33A51}">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37EF7324-CED5-40C0-800D-74408B222537}">
      <dgm:prSet phldrT="[Text]" phldr="0"/>
      <dgm:spPr/>
      <dgm:t>
        <a:bodyPr/>
        <a:lstStyle/>
        <a:p>
          <a:r>
            <a:rPr lang="en-IN" dirty="0">
              <a:latin typeface="Calibri" panose="020F0502020204030204" pitchFamily="34" charset="0"/>
              <a:ea typeface="Calibri" panose="020F0502020204030204" pitchFamily="34" charset="0"/>
              <a:cs typeface="Calibri" panose="020F0502020204030204" pitchFamily="34" charset="0"/>
            </a:rPr>
            <a:t>Performance</a:t>
          </a:r>
        </a:p>
      </dgm:t>
    </dgm:pt>
    <dgm:pt modelId="{5DC3F19E-65F5-4686-9299-C07F91AACCE3}" type="parTrans" cxnId="{E98E041E-45F0-4235-BADB-C54F0A42AD42}">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67F5BE4C-FF42-489A-9F95-8D1228484560}" type="sibTrans" cxnId="{E98E041E-45F0-4235-BADB-C54F0A42AD42}">
      <dgm:prSet/>
      <dgm:spPr/>
      <dgm:t>
        <a:bodyPr/>
        <a:lstStyle/>
        <a:p>
          <a:endParaRPr lang="en-IN">
            <a:latin typeface="Calibri" panose="020F0502020204030204" pitchFamily="34" charset="0"/>
            <a:ea typeface="Calibri" panose="020F0502020204030204" pitchFamily="34" charset="0"/>
            <a:cs typeface="Calibri" panose="020F0502020204030204" pitchFamily="34" charset="0"/>
          </a:endParaRPr>
        </a:p>
      </dgm:t>
    </dgm:pt>
    <dgm:pt modelId="{D6770F71-EF54-43D1-8D72-6216C10E7910}" type="pres">
      <dgm:prSet presAssocID="{1F137E48-C60C-43D3-91C8-7F716D0C6601}" presName="Name0" presStyleCnt="0">
        <dgm:presLayoutVars>
          <dgm:chMax val="1"/>
          <dgm:chPref val="1"/>
          <dgm:dir/>
          <dgm:animOne val="branch"/>
          <dgm:animLvl val="lvl"/>
        </dgm:presLayoutVars>
      </dgm:prSet>
      <dgm:spPr/>
    </dgm:pt>
    <dgm:pt modelId="{1CE3ECCB-32B5-45C7-8C2B-24DC53EF2316}" type="pres">
      <dgm:prSet presAssocID="{289514F2-DFF5-4DB6-834A-D29A956A29F4}" presName="Parent" presStyleLbl="node0" presStyleIdx="0" presStyleCnt="1">
        <dgm:presLayoutVars>
          <dgm:chMax val="6"/>
          <dgm:chPref val="6"/>
        </dgm:presLayoutVars>
      </dgm:prSet>
      <dgm:spPr/>
    </dgm:pt>
    <dgm:pt modelId="{78EA82F6-0174-494B-9CDA-DCAC988A911B}" type="pres">
      <dgm:prSet presAssocID="{C3930E5F-73B1-43B6-9FA3-94B25F6E99D6}" presName="Accent1" presStyleCnt="0"/>
      <dgm:spPr/>
    </dgm:pt>
    <dgm:pt modelId="{870D83B9-919A-4F1E-BCCB-716CA03E4B22}" type="pres">
      <dgm:prSet presAssocID="{C3930E5F-73B1-43B6-9FA3-94B25F6E99D6}" presName="Accent" presStyleLbl="bgShp" presStyleIdx="0" presStyleCnt="6"/>
      <dgm:spPr/>
    </dgm:pt>
    <dgm:pt modelId="{4B106862-2313-4ED7-9163-EDC7CC5A291A}" type="pres">
      <dgm:prSet presAssocID="{C3930E5F-73B1-43B6-9FA3-94B25F6E99D6}" presName="Child1" presStyleLbl="node1" presStyleIdx="0" presStyleCnt="6">
        <dgm:presLayoutVars>
          <dgm:chMax val="0"/>
          <dgm:chPref val="0"/>
          <dgm:bulletEnabled val="1"/>
        </dgm:presLayoutVars>
      </dgm:prSet>
      <dgm:spPr/>
    </dgm:pt>
    <dgm:pt modelId="{B4E75E3F-D054-43FC-8982-C99B493DEA80}" type="pres">
      <dgm:prSet presAssocID="{3419DEFB-8216-4D6B-8E31-DCA316C26CF3}" presName="Accent2" presStyleCnt="0"/>
      <dgm:spPr/>
    </dgm:pt>
    <dgm:pt modelId="{B7E19F68-F526-4311-86C4-DD28F539C840}" type="pres">
      <dgm:prSet presAssocID="{3419DEFB-8216-4D6B-8E31-DCA316C26CF3}" presName="Accent" presStyleLbl="bgShp" presStyleIdx="1" presStyleCnt="6"/>
      <dgm:spPr/>
    </dgm:pt>
    <dgm:pt modelId="{FA1D1277-EBAD-48AE-8FFE-0DA1AB370839}" type="pres">
      <dgm:prSet presAssocID="{3419DEFB-8216-4D6B-8E31-DCA316C26CF3}" presName="Child2" presStyleLbl="node1" presStyleIdx="1" presStyleCnt="6">
        <dgm:presLayoutVars>
          <dgm:chMax val="0"/>
          <dgm:chPref val="0"/>
          <dgm:bulletEnabled val="1"/>
        </dgm:presLayoutVars>
      </dgm:prSet>
      <dgm:spPr/>
    </dgm:pt>
    <dgm:pt modelId="{13A4B954-BAEB-47D1-9F40-7DC374949A9D}" type="pres">
      <dgm:prSet presAssocID="{4E9FFD2B-3A16-4C24-ABFF-D90CE120679F}" presName="Accent3" presStyleCnt="0"/>
      <dgm:spPr/>
    </dgm:pt>
    <dgm:pt modelId="{ABF276F0-B17B-4513-9602-9596F712FB3C}" type="pres">
      <dgm:prSet presAssocID="{4E9FFD2B-3A16-4C24-ABFF-D90CE120679F}" presName="Accent" presStyleLbl="bgShp" presStyleIdx="2" presStyleCnt="6"/>
      <dgm:spPr/>
    </dgm:pt>
    <dgm:pt modelId="{B9E7BD24-FB96-475A-8DAF-B21EFF49260D}" type="pres">
      <dgm:prSet presAssocID="{4E9FFD2B-3A16-4C24-ABFF-D90CE120679F}" presName="Child3" presStyleLbl="node1" presStyleIdx="2" presStyleCnt="6">
        <dgm:presLayoutVars>
          <dgm:chMax val="0"/>
          <dgm:chPref val="0"/>
          <dgm:bulletEnabled val="1"/>
        </dgm:presLayoutVars>
      </dgm:prSet>
      <dgm:spPr/>
    </dgm:pt>
    <dgm:pt modelId="{ACF35E3F-4CEE-4452-A7E6-4D96A31086BF}" type="pres">
      <dgm:prSet presAssocID="{59FD88B2-9EF3-42E8-A524-983A4AA4EFC5}" presName="Accent4" presStyleCnt="0"/>
      <dgm:spPr/>
    </dgm:pt>
    <dgm:pt modelId="{F80660AF-6A0E-41EB-9C07-E54AE526ADA7}" type="pres">
      <dgm:prSet presAssocID="{59FD88B2-9EF3-42E8-A524-983A4AA4EFC5}" presName="Accent" presStyleLbl="bgShp" presStyleIdx="3" presStyleCnt="6"/>
      <dgm:spPr/>
    </dgm:pt>
    <dgm:pt modelId="{980F3400-F66E-45EB-BEE3-79402D6EF719}" type="pres">
      <dgm:prSet presAssocID="{59FD88B2-9EF3-42E8-A524-983A4AA4EFC5}" presName="Child4" presStyleLbl="node1" presStyleIdx="3" presStyleCnt="6">
        <dgm:presLayoutVars>
          <dgm:chMax val="0"/>
          <dgm:chPref val="0"/>
          <dgm:bulletEnabled val="1"/>
        </dgm:presLayoutVars>
      </dgm:prSet>
      <dgm:spPr/>
    </dgm:pt>
    <dgm:pt modelId="{B6389BA3-0FAB-40AF-81B4-C23D33567E2C}" type="pres">
      <dgm:prSet presAssocID="{9CBF982F-06E1-45FE-B297-E8E85B86E85B}" presName="Accent5" presStyleCnt="0"/>
      <dgm:spPr/>
    </dgm:pt>
    <dgm:pt modelId="{EF054004-9CEB-41E1-A0A8-162103F63D14}" type="pres">
      <dgm:prSet presAssocID="{9CBF982F-06E1-45FE-B297-E8E85B86E85B}" presName="Accent" presStyleLbl="bgShp" presStyleIdx="4" presStyleCnt="6"/>
      <dgm:spPr/>
    </dgm:pt>
    <dgm:pt modelId="{FFAE248C-464B-4C19-AAE3-5B8C81ECFBB8}" type="pres">
      <dgm:prSet presAssocID="{9CBF982F-06E1-45FE-B297-E8E85B86E85B}" presName="Child5" presStyleLbl="node1" presStyleIdx="4" presStyleCnt="6">
        <dgm:presLayoutVars>
          <dgm:chMax val="0"/>
          <dgm:chPref val="0"/>
          <dgm:bulletEnabled val="1"/>
        </dgm:presLayoutVars>
      </dgm:prSet>
      <dgm:spPr/>
    </dgm:pt>
    <dgm:pt modelId="{A8655B96-7FA5-42B6-8DD4-BEEE045A0193}" type="pres">
      <dgm:prSet presAssocID="{37EF7324-CED5-40C0-800D-74408B222537}" presName="Accent6" presStyleCnt="0"/>
      <dgm:spPr/>
    </dgm:pt>
    <dgm:pt modelId="{BEB73F2C-AD41-40DA-ABF3-68B9179D1F6A}" type="pres">
      <dgm:prSet presAssocID="{37EF7324-CED5-40C0-800D-74408B222537}" presName="Accent" presStyleLbl="bgShp" presStyleIdx="5" presStyleCnt="6"/>
      <dgm:spPr/>
    </dgm:pt>
    <dgm:pt modelId="{FA1DC891-13D4-40CD-B6DF-0A5C14366500}" type="pres">
      <dgm:prSet presAssocID="{37EF7324-CED5-40C0-800D-74408B222537}" presName="Child6" presStyleLbl="node1" presStyleIdx="5" presStyleCnt="6">
        <dgm:presLayoutVars>
          <dgm:chMax val="0"/>
          <dgm:chPref val="0"/>
          <dgm:bulletEnabled val="1"/>
        </dgm:presLayoutVars>
      </dgm:prSet>
      <dgm:spPr/>
    </dgm:pt>
  </dgm:ptLst>
  <dgm:cxnLst>
    <dgm:cxn modelId="{1B294403-BA8D-4DFF-A234-6326CBED3736}" type="presOf" srcId="{4E9FFD2B-3A16-4C24-ABFF-D90CE120679F}" destId="{B9E7BD24-FB96-475A-8DAF-B21EFF49260D}" srcOrd="0" destOrd="0" presId="urn:microsoft.com/office/officeart/2011/layout/HexagonRadial"/>
    <dgm:cxn modelId="{4A99630E-2A14-4006-A32F-0268615FC986}" type="presOf" srcId="{289514F2-DFF5-4DB6-834A-D29A956A29F4}" destId="{1CE3ECCB-32B5-45C7-8C2B-24DC53EF2316}" srcOrd="0" destOrd="0" presId="urn:microsoft.com/office/officeart/2011/layout/HexagonRadial"/>
    <dgm:cxn modelId="{E98E041E-45F0-4235-BADB-C54F0A42AD42}" srcId="{289514F2-DFF5-4DB6-834A-D29A956A29F4}" destId="{37EF7324-CED5-40C0-800D-74408B222537}" srcOrd="5" destOrd="0" parTransId="{5DC3F19E-65F5-4686-9299-C07F91AACCE3}" sibTransId="{67F5BE4C-FF42-489A-9F95-8D1228484560}"/>
    <dgm:cxn modelId="{93EED039-8FF2-47DE-BFFD-BB2EC5E86FF2}" srcId="{289514F2-DFF5-4DB6-834A-D29A956A29F4}" destId="{3419DEFB-8216-4D6B-8E31-DCA316C26CF3}" srcOrd="1" destOrd="0" parTransId="{74508AC0-0E4E-4AD9-A541-C3834154BAD1}" sibTransId="{1172F4B6-F551-46BC-A31A-C959AB7EEE1B}"/>
    <dgm:cxn modelId="{5F9BA13B-922F-4661-B4CC-F276CDF472EF}" type="presOf" srcId="{59FD88B2-9EF3-42E8-A524-983A4AA4EFC5}" destId="{980F3400-F66E-45EB-BEE3-79402D6EF719}" srcOrd="0" destOrd="0" presId="urn:microsoft.com/office/officeart/2011/layout/HexagonRadial"/>
    <dgm:cxn modelId="{C4CBE76B-BF11-4AF7-97B2-D0A4860D808E}" srcId="{1F137E48-C60C-43D3-91C8-7F716D0C6601}" destId="{289514F2-DFF5-4DB6-834A-D29A956A29F4}" srcOrd="0" destOrd="0" parTransId="{9435A4BB-BDEB-4E71-8B91-220221B15362}" sibTransId="{0425AA1D-68A6-477D-92A4-063DD40F10B3}"/>
    <dgm:cxn modelId="{5D395771-6DB9-4027-81EC-E60FC201819D}" srcId="{289514F2-DFF5-4DB6-834A-D29A956A29F4}" destId="{4E9FFD2B-3A16-4C24-ABFF-D90CE120679F}" srcOrd="2" destOrd="0" parTransId="{925EA5B2-1230-4F74-A138-4C07AB701940}" sibTransId="{95D06CCD-1776-46F8-91EB-45108B463672}"/>
    <dgm:cxn modelId="{042F1352-B7D0-44E2-9678-435769BDA0CE}" srcId="{289514F2-DFF5-4DB6-834A-D29A956A29F4}" destId="{59FD88B2-9EF3-42E8-A524-983A4AA4EFC5}" srcOrd="3" destOrd="0" parTransId="{73C2A7BE-4D84-467F-A20D-F166955FEE1E}" sibTransId="{32C0DBA3-63ED-4BAE-8E6B-4363B4FD074B}"/>
    <dgm:cxn modelId="{E97B2F80-6410-4B7E-88C1-D949EFC69DE6}" type="presOf" srcId="{3419DEFB-8216-4D6B-8E31-DCA316C26CF3}" destId="{FA1D1277-EBAD-48AE-8FFE-0DA1AB370839}" srcOrd="0" destOrd="0" presId="urn:microsoft.com/office/officeart/2011/layout/HexagonRadial"/>
    <dgm:cxn modelId="{9BE9B594-3969-451D-919C-77E3D59CC5B5}" type="presOf" srcId="{1F137E48-C60C-43D3-91C8-7F716D0C6601}" destId="{D6770F71-EF54-43D1-8D72-6216C10E7910}" srcOrd="0" destOrd="0" presId="urn:microsoft.com/office/officeart/2011/layout/HexagonRadial"/>
    <dgm:cxn modelId="{E8DC1F9A-A5D1-418F-B8A7-B2AE1B5079AD}" type="presOf" srcId="{C3930E5F-73B1-43B6-9FA3-94B25F6E99D6}" destId="{4B106862-2313-4ED7-9163-EDC7CC5A291A}" srcOrd="0" destOrd="0" presId="urn:microsoft.com/office/officeart/2011/layout/HexagonRadial"/>
    <dgm:cxn modelId="{02C7579C-C6EE-4A34-8C51-840617407B19}" type="presOf" srcId="{9CBF982F-06E1-45FE-B297-E8E85B86E85B}" destId="{FFAE248C-464B-4C19-AAE3-5B8C81ECFBB8}" srcOrd="0" destOrd="0" presId="urn:microsoft.com/office/officeart/2011/layout/HexagonRadial"/>
    <dgm:cxn modelId="{E6ADB6B5-3A6E-4DA3-8540-B4CEA8A5F2D4}" srcId="{289514F2-DFF5-4DB6-834A-D29A956A29F4}" destId="{C3930E5F-73B1-43B6-9FA3-94B25F6E99D6}" srcOrd="0" destOrd="0" parTransId="{DEEAA8BB-E6E8-4982-A131-A7DCDD637C22}" sibTransId="{0270F27C-40E7-484B-A3A8-896FA72E704A}"/>
    <dgm:cxn modelId="{41D38BD1-C7D9-4DC2-9DBC-DD8169517EDD}" type="presOf" srcId="{37EF7324-CED5-40C0-800D-74408B222537}" destId="{FA1DC891-13D4-40CD-B6DF-0A5C14366500}" srcOrd="0" destOrd="0" presId="urn:microsoft.com/office/officeart/2011/layout/HexagonRadial"/>
    <dgm:cxn modelId="{61A562F0-CB49-4BD0-8FE0-A6CD9EE33A51}" srcId="{289514F2-DFF5-4DB6-834A-D29A956A29F4}" destId="{9CBF982F-06E1-45FE-B297-E8E85B86E85B}" srcOrd="4" destOrd="0" parTransId="{A9BA7A91-E0A3-4948-9B28-5BF7BE136061}" sibTransId="{161E5617-DBC7-4E34-8365-EC62CE3D0FAC}"/>
    <dgm:cxn modelId="{AD12F1B6-F7A3-4D3F-A54D-9FFC0B620AC7}" type="presParOf" srcId="{D6770F71-EF54-43D1-8D72-6216C10E7910}" destId="{1CE3ECCB-32B5-45C7-8C2B-24DC53EF2316}" srcOrd="0" destOrd="0" presId="urn:microsoft.com/office/officeart/2011/layout/HexagonRadial"/>
    <dgm:cxn modelId="{357AE256-B75D-40C3-BFC6-7544BB396D2A}" type="presParOf" srcId="{D6770F71-EF54-43D1-8D72-6216C10E7910}" destId="{78EA82F6-0174-494B-9CDA-DCAC988A911B}" srcOrd="1" destOrd="0" presId="urn:microsoft.com/office/officeart/2011/layout/HexagonRadial"/>
    <dgm:cxn modelId="{458335FF-6F70-47F0-8246-25FFEAD34238}" type="presParOf" srcId="{78EA82F6-0174-494B-9CDA-DCAC988A911B}" destId="{870D83B9-919A-4F1E-BCCB-716CA03E4B22}" srcOrd="0" destOrd="0" presId="urn:microsoft.com/office/officeart/2011/layout/HexagonRadial"/>
    <dgm:cxn modelId="{C987B05E-8AC1-41A6-B63E-F6B7E597C2C4}" type="presParOf" srcId="{D6770F71-EF54-43D1-8D72-6216C10E7910}" destId="{4B106862-2313-4ED7-9163-EDC7CC5A291A}" srcOrd="2" destOrd="0" presId="urn:microsoft.com/office/officeart/2011/layout/HexagonRadial"/>
    <dgm:cxn modelId="{D3B11DC0-DE0E-4BE7-A97C-5097890448F9}" type="presParOf" srcId="{D6770F71-EF54-43D1-8D72-6216C10E7910}" destId="{B4E75E3F-D054-43FC-8982-C99B493DEA80}" srcOrd="3" destOrd="0" presId="urn:microsoft.com/office/officeart/2011/layout/HexagonRadial"/>
    <dgm:cxn modelId="{901C14E6-AAFF-4C43-880B-A6FB59051D48}" type="presParOf" srcId="{B4E75E3F-D054-43FC-8982-C99B493DEA80}" destId="{B7E19F68-F526-4311-86C4-DD28F539C840}" srcOrd="0" destOrd="0" presId="urn:microsoft.com/office/officeart/2011/layout/HexagonRadial"/>
    <dgm:cxn modelId="{4E4FE7F3-A9C3-4A72-B1C1-6619E5B52BBC}" type="presParOf" srcId="{D6770F71-EF54-43D1-8D72-6216C10E7910}" destId="{FA1D1277-EBAD-48AE-8FFE-0DA1AB370839}" srcOrd="4" destOrd="0" presId="urn:microsoft.com/office/officeart/2011/layout/HexagonRadial"/>
    <dgm:cxn modelId="{B36D1E61-BE8E-4F3F-9F59-EDBFECCC6B44}" type="presParOf" srcId="{D6770F71-EF54-43D1-8D72-6216C10E7910}" destId="{13A4B954-BAEB-47D1-9F40-7DC374949A9D}" srcOrd="5" destOrd="0" presId="urn:microsoft.com/office/officeart/2011/layout/HexagonRadial"/>
    <dgm:cxn modelId="{AC6960C6-B747-42D1-8D72-3B2A0CC9276B}" type="presParOf" srcId="{13A4B954-BAEB-47D1-9F40-7DC374949A9D}" destId="{ABF276F0-B17B-4513-9602-9596F712FB3C}" srcOrd="0" destOrd="0" presId="urn:microsoft.com/office/officeart/2011/layout/HexagonRadial"/>
    <dgm:cxn modelId="{B033E2D7-BADD-4E71-AC91-FF02B1007770}" type="presParOf" srcId="{D6770F71-EF54-43D1-8D72-6216C10E7910}" destId="{B9E7BD24-FB96-475A-8DAF-B21EFF49260D}" srcOrd="6" destOrd="0" presId="urn:microsoft.com/office/officeart/2011/layout/HexagonRadial"/>
    <dgm:cxn modelId="{6ECCC322-DCCC-4CA7-BF37-84DFC8A0BFFA}" type="presParOf" srcId="{D6770F71-EF54-43D1-8D72-6216C10E7910}" destId="{ACF35E3F-4CEE-4452-A7E6-4D96A31086BF}" srcOrd="7" destOrd="0" presId="urn:microsoft.com/office/officeart/2011/layout/HexagonRadial"/>
    <dgm:cxn modelId="{30FE5669-1456-411E-8DE3-C21532A23608}" type="presParOf" srcId="{ACF35E3F-4CEE-4452-A7E6-4D96A31086BF}" destId="{F80660AF-6A0E-41EB-9C07-E54AE526ADA7}" srcOrd="0" destOrd="0" presId="urn:microsoft.com/office/officeart/2011/layout/HexagonRadial"/>
    <dgm:cxn modelId="{41342D14-E4DF-4F28-A1DD-FA079A472E7E}" type="presParOf" srcId="{D6770F71-EF54-43D1-8D72-6216C10E7910}" destId="{980F3400-F66E-45EB-BEE3-79402D6EF719}" srcOrd="8" destOrd="0" presId="urn:microsoft.com/office/officeart/2011/layout/HexagonRadial"/>
    <dgm:cxn modelId="{21E4ED75-0C13-46D2-97E7-AF9477EB5DBC}" type="presParOf" srcId="{D6770F71-EF54-43D1-8D72-6216C10E7910}" destId="{B6389BA3-0FAB-40AF-81B4-C23D33567E2C}" srcOrd="9" destOrd="0" presId="urn:microsoft.com/office/officeart/2011/layout/HexagonRadial"/>
    <dgm:cxn modelId="{8A15651A-C4A5-48C7-A151-58D5B3C49569}" type="presParOf" srcId="{B6389BA3-0FAB-40AF-81B4-C23D33567E2C}" destId="{EF054004-9CEB-41E1-A0A8-162103F63D14}" srcOrd="0" destOrd="0" presId="urn:microsoft.com/office/officeart/2011/layout/HexagonRadial"/>
    <dgm:cxn modelId="{982A6E2A-C3DB-44CB-920B-E054781364C2}" type="presParOf" srcId="{D6770F71-EF54-43D1-8D72-6216C10E7910}" destId="{FFAE248C-464B-4C19-AAE3-5B8C81ECFBB8}" srcOrd="10" destOrd="0" presId="urn:microsoft.com/office/officeart/2011/layout/HexagonRadial"/>
    <dgm:cxn modelId="{DCE4B4F4-028C-41A4-A54F-B7FF37F5EE71}" type="presParOf" srcId="{D6770F71-EF54-43D1-8D72-6216C10E7910}" destId="{A8655B96-7FA5-42B6-8DD4-BEEE045A0193}" srcOrd="11" destOrd="0" presId="urn:microsoft.com/office/officeart/2011/layout/HexagonRadial"/>
    <dgm:cxn modelId="{F37A386A-F914-46DB-9064-BD1F9733BA3E}" type="presParOf" srcId="{A8655B96-7FA5-42B6-8DD4-BEEE045A0193}" destId="{BEB73F2C-AD41-40DA-ABF3-68B9179D1F6A}" srcOrd="0" destOrd="0" presId="urn:microsoft.com/office/officeart/2011/layout/HexagonRadial"/>
    <dgm:cxn modelId="{91BF991B-525F-421B-A050-53444FFFFB08}" type="presParOf" srcId="{D6770F71-EF54-43D1-8D72-6216C10E7910}" destId="{FA1DC891-13D4-40CD-B6DF-0A5C14366500}" srcOrd="12" destOrd="0" presId="urn:microsoft.com/office/officeart/2011/layout/HexagonRadial"/>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4ADF4-874C-4761-A3E7-2036D9C10155}">
      <dsp:nvSpPr>
        <dsp:cNvPr id="0" name=""/>
        <dsp:cNvSpPr/>
      </dsp:nvSpPr>
      <dsp:spPr>
        <a:xfrm>
          <a:off x="139862" y="897498"/>
          <a:ext cx="2005172" cy="660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t>Search Space</a:t>
          </a:r>
        </a:p>
      </dsp:txBody>
      <dsp:txXfrm>
        <a:off x="139862" y="897498"/>
        <a:ext cx="2005172" cy="660795"/>
      </dsp:txXfrm>
    </dsp:sp>
    <dsp:sp modelId="{BB2612B4-1379-4D26-8EF8-18C5F2165514}">
      <dsp:nvSpPr>
        <dsp:cNvPr id="0" name=""/>
        <dsp:cNvSpPr/>
      </dsp:nvSpPr>
      <dsp:spPr>
        <a:xfrm>
          <a:off x="137583" y="696525"/>
          <a:ext cx="159502" cy="15950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037844-00ED-4647-9016-47CC2DA8E438}">
      <dsp:nvSpPr>
        <dsp:cNvPr id="0" name=""/>
        <dsp:cNvSpPr/>
      </dsp:nvSpPr>
      <dsp:spPr>
        <a:xfrm>
          <a:off x="249235" y="473222"/>
          <a:ext cx="159502" cy="159502"/>
        </a:xfrm>
        <a:prstGeom prst="ellipse">
          <a:avLst/>
        </a:prstGeom>
        <a:solidFill>
          <a:schemeClr val="accent5">
            <a:hueOff val="43747"/>
            <a:satOff val="2349"/>
            <a:lumOff val="-85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B45642-A331-4D2E-B2E1-36ECC7CA9533}">
      <dsp:nvSpPr>
        <dsp:cNvPr id="0" name=""/>
        <dsp:cNvSpPr/>
      </dsp:nvSpPr>
      <dsp:spPr>
        <a:xfrm>
          <a:off x="517199" y="517883"/>
          <a:ext cx="250646" cy="250646"/>
        </a:xfrm>
        <a:prstGeom prst="ellipse">
          <a:avLst/>
        </a:prstGeom>
        <a:solidFill>
          <a:schemeClr val="accent5">
            <a:hueOff val="87494"/>
            <a:satOff val="4699"/>
            <a:lumOff val="-169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36B6CD-7A4F-41FF-AD03-BE53CA719E3A}">
      <dsp:nvSpPr>
        <dsp:cNvPr id="0" name=""/>
        <dsp:cNvSpPr/>
      </dsp:nvSpPr>
      <dsp:spPr>
        <a:xfrm>
          <a:off x="740502" y="272249"/>
          <a:ext cx="159502" cy="159502"/>
        </a:xfrm>
        <a:prstGeom prst="ellipse">
          <a:avLst/>
        </a:prstGeom>
        <a:solidFill>
          <a:schemeClr val="accent5">
            <a:hueOff val="131242"/>
            <a:satOff val="7048"/>
            <a:lumOff val="-254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183CA2-D6E1-40A1-848E-C75EDD3A0FD9}">
      <dsp:nvSpPr>
        <dsp:cNvPr id="0" name=""/>
        <dsp:cNvSpPr/>
      </dsp:nvSpPr>
      <dsp:spPr>
        <a:xfrm>
          <a:off x="1030796" y="182928"/>
          <a:ext cx="159502" cy="159502"/>
        </a:xfrm>
        <a:prstGeom prst="ellipse">
          <a:avLst/>
        </a:prstGeom>
        <a:solidFill>
          <a:schemeClr val="accent5">
            <a:hueOff val="174989"/>
            <a:satOff val="9397"/>
            <a:lumOff val="-339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633E24-9FEF-430C-92DC-E20226F5B8A1}">
      <dsp:nvSpPr>
        <dsp:cNvPr id="0" name=""/>
        <dsp:cNvSpPr/>
      </dsp:nvSpPr>
      <dsp:spPr>
        <a:xfrm>
          <a:off x="1388082" y="339240"/>
          <a:ext cx="159502" cy="159502"/>
        </a:xfrm>
        <a:prstGeom prst="ellipse">
          <a:avLst/>
        </a:prstGeom>
        <a:solidFill>
          <a:schemeClr val="accent5">
            <a:hueOff val="218736"/>
            <a:satOff val="11747"/>
            <a:lumOff val="-424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56E5F8-B11D-4CE4-B8DC-E097503101A8}">
      <dsp:nvSpPr>
        <dsp:cNvPr id="0" name=""/>
        <dsp:cNvSpPr/>
      </dsp:nvSpPr>
      <dsp:spPr>
        <a:xfrm>
          <a:off x="1611385" y="450892"/>
          <a:ext cx="250646" cy="250646"/>
        </a:xfrm>
        <a:prstGeom prst="ellipse">
          <a:avLst/>
        </a:prstGeom>
        <a:solidFill>
          <a:schemeClr val="accent5">
            <a:hueOff val="262483"/>
            <a:satOff val="14096"/>
            <a:lumOff val="-509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31C067-BE34-4CFB-B04F-F4C18C6DAD70}">
      <dsp:nvSpPr>
        <dsp:cNvPr id="0" name=""/>
        <dsp:cNvSpPr/>
      </dsp:nvSpPr>
      <dsp:spPr>
        <a:xfrm>
          <a:off x="1924010" y="696525"/>
          <a:ext cx="159502" cy="159502"/>
        </a:xfrm>
        <a:prstGeom prst="ellipse">
          <a:avLst/>
        </a:prstGeom>
        <a:solidFill>
          <a:schemeClr val="accent5">
            <a:hueOff val="306230"/>
            <a:satOff val="16445"/>
            <a:lumOff val="-594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E2E245-3DA0-4D8E-87D3-12DC465A0905}">
      <dsp:nvSpPr>
        <dsp:cNvPr id="0" name=""/>
        <dsp:cNvSpPr/>
      </dsp:nvSpPr>
      <dsp:spPr>
        <a:xfrm>
          <a:off x="2057992" y="942159"/>
          <a:ext cx="159502" cy="159502"/>
        </a:xfrm>
        <a:prstGeom prst="ellipse">
          <a:avLst/>
        </a:prstGeom>
        <a:solidFill>
          <a:schemeClr val="accent5">
            <a:hueOff val="349978"/>
            <a:satOff val="18795"/>
            <a:lumOff val="-679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FF6470-82AF-428A-BA81-3629B177E86B}">
      <dsp:nvSpPr>
        <dsp:cNvPr id="0" name=""/>
        <dsp:cNvSpPr/>
      </dsp:nvSpPr>
      <dsp:spPr>
        <a:xfrm>
          <a:off x="896814" y="473222"/>
          <a:ext cx="410148" cy="410148"/>
        </a:xfrm>
        <a:prstGeom prst="ellipse">
          <a:avLst/>
        </a:prstGeom>
        <a:solidFill>
          <a:schemeClr val="accent5">
            <a:hueOff val="393725"/>
            <a:satOff val="21144"/>
            <a:lumOff val="-764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A29EF7-2F3F-444F-A106-8C33A501C1F4}">
      <dsp:nvSpPr>
        <dsp:cNvPr id="0" name=""/>
        <dsp:cNvSpPr/>
      </dsp:nvSpPr>
      <dsp:spPr>
        <a:xfrm>
          <a:off x="25932" y="1321775"/>
          <a:ext cx="159502" cy="159502"/>
        </a:xfrm>
        <a:prstGeom prst="ellipse">
          <a:avLst/>
        </a:prstGeom>
        <a:solidFill>
          <a:schemeClr val="accent5">
            <a:hueOff val="437472"/>
            <a:satOff val="23493"/>
            <a:lumOff val="-849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0B740E-F18E-432B-B2D6-3847FF656C0F}">
      <dsp:nvSpPr>
        <dsp:cNvPr id="0" name=""/>
        <dsp:cNvSpPr/>
      </dsp:nvSpPr>
      <dsp:spPr>
        <a:xfrm>
          <a:off x="159914" y="1522748"/>
          <a:ext cx="250646" cy="250646"/>
        </a:xfrm>
        <a:prstGeom prst="ellipse">
          <a:avLst/>
        </a:prstGeom>
        <a:solidFill>
          <a:schemeClr val="accent5">
            <a:hueOff val="481219"/>
            <a:satOff val="25843"/>
            <a:lumOff val="-934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3E0CB0-3AF5-4B2D-80C6-2FC5E89FEAB6}">
      <dsp:nvSpPr>
        <dsp:cNvPr id="0" name=""/>
        <dsp:cNvSpPr/>
      </dsp:nvSpPr>
      <dsp:spPr>
        <a:xfrm>
          <a:off x="494869" y="1701390"/>
          <a:ext cx="364576" cy="364576"/>
        </a:xfrm>
        <a:prstGeom prst="ellipse">
          <a:avLst/>
        </a:prstGeom>
        <a:solidFill>
          <a:schemeClr val="accent5">
            <a:hueOff val="524966"/>
            <a:satOff val="28192"/>
            <a:lumOff val="-1019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FC4072-5A7D-49FA-A70E-C4C3FD0F6180}">
      <dsp:nvSpPr>
        <dsp:cNvPr id="0" name=""/>
        <dsp:cNvSpPr/>
      </dsp:nvSpPr>
      <dsp:spPr>
        <a:xfrm>
          <a:off x="963805" y="1991684"/>
          <a:ext cx="159502" cy="159502"/>
        </a:xfrm>
        <a:prstGeom prst="ellipse">
          <a:avLst/>
        </a:prstGeom>
        <a:solidFill>
          <a:schemeClr val="accent5">
            <a:hueOff val="568714"/>
            <a:satOff val="30541"/>
            <a:lumOff val="-1104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9602FC-0C96-47D5-85A6-ACF69A735F87}">
      <dsp:nvSpPr>
        <dsp:cNvPr id="0" name=""/>
        <dsp:cNvSpPr/>
      </dsp:nvSpPr>
      <dsp:spPr>
        <a:xfrm>
          <a:off x="1053127" y="1701390"/>
          <a:ext cx="250646" cy="250646"/>
        </a:xfrm>
        <a:prstGeom prst="ellipse">
          <a:avLst/>
        </a:prstGeom>
        <a:solidFill>
          <a:schemeClr val="accent5">
            <a:hueOff val="612461"/>
            <a:satOff val="32891"/>
            <a:lumOff val="-1189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654101-C203-484A-A316-FD3FB7587B6F}">
      <dsp:nvSpPr>
        <dsp:cNvPr id="0" name=""/>
        <dsp:cNvSpPr/>
      </dsp:nvSpPr>
      <dsp:spPr>
        <a:xfrm>
          <a:off x="1276430" y="2014015"/>
          <a:ext cx="159502" cy="159502"/>
        </a:xfrm>
        <a:prstGeom prst="ellipse">
          <a:avLst/>
        </a:prstGeom>
        <a:solidFill>
          <a:schemeClr val="accent5">
            <a:hueOff val="656208"/>
            <a:satOff val="35240"/>
            <a:lumOff val="-1274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7C13D1-9A01-48E9-8D6A-C8CF273E39DA}">
      <dsp:nvSpPr>
        <dsp:cNvPr id="0" name=""/>
        <dsp:cNvSpPr/>
      </dsp:nvSpPr>
      <dsp:spPr>
        <a:xfrm>
          <a:off x="1477403" y="1656730"/>
          <a:ext cx="364576" cy="364576"/>
        </a:xfrm>
        <a:prstGeom prst="ellipse">
          <a:avLst/>
        </a:prstGeom>
        <a:solidFill>
          <a:schemeClr val="accent5">
            <a:hueOff val="699955"/>
            <a:satOff val="37589"/>
            <a:lumOff val="-1359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6887D0-FD72-455F-818C-5F5A5AD37709}">
      <dsp:nvSpPr>
        <dsp:cNvPr id="0" name=""/>
        <dsp:cNvSpPr/>
      </dsp:nvSpPr>
      <dsp:spPr>
        <a:xfrm>
          <a:off x="1968670" y="1567408"/>
          <a:ext cx="250646" cy="250646"/>
        </a:xfrm>
        <a:prstGeom prst="ellipse">
          <a:avLst/>
        </a:prstGeom>
        <a:solidFill>
          <a:schemeClr val="accent5">
            <a:hueOff val="743702"/>
            <a:satOff val="39939"/>
            <a:lumOff val="-1444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501499-E4EC-49D6-B64B-97A5A8015E82}">
      <dsp:nvSpPr>
        <dsp:cNvPr id="0" name=""/>
        <dsp:cNvSpPr/>
      </dsp:nvSpPr>
      <dsp:spPr>
        <a:xfrm>
          <a:off x="2219317" y="517511"/>
          <a:ext cx="736113" cy="1405320"/>
        </a:xfrm>
        <a:prstGeom prst="chevron">
          <a:avLst>
            <a:gd name="adj" fmla="val 6231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FBBE7A8-F39E-4C5D-8A1E-6D4D3B66EBF4}">
      <dsp:nvSpPr>
        <dsp:cNvPr id="0" name=""/>
        <dsp:cNvSpPr/>
      </dsp:nvSpPr>
      <dsp:spPr>
        <a:xfrm>
          <a:off x="2955430" y="518194"/>
          <a:ext cx="2007581" cy="1405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t>Search Strategy</a:t>
          </a:r>
        </a:p>
      </dsp:txBody>
      <dsp:txXfrm>
        <a:off x="2955430" y="518194"/>
        <a:ext cx="2007581" cy="1405307"/>
      </dsp:txXfrm>
    </dsp:sp>
    <dsp:sp modelId="{11505967-28C2-4EC3-ABBB-6D5FD2806F47}">
      <dsp:nvSpPr>
        <dsp:cNvPr id="0" name=""/>
        <dsp:cNvSpPr/>
      </dsp:nvSpPr>
      <dsp:spPr>
        <a:xfrm>
          <a:off x="4963012" y="517511"/>
          <a:ext cx="736113" cy="1405320"/>
        </a:xfrm>
        <a:prstGeom prst="chevron">
          <a:avLst>
            <a:gd name="adj" fmla="val 62310"/>
          </a:avLst>
        </a:prstGeom>
        <a:solidFill>
          <a:schemeClr val="accent5">
            <a:hueOff val="393725"/>
            <a:satOff val="21144"/>
            <a:lumOff val="-764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7426FE2-ACE9-4012-AA55-A33DC798911F}">
      <dsp:nvSpPr>
        <dsp:cNvPr id="0" name=""/>
        <dsp:cNvSpPr/>
      </dsp:nvSpPr>
      <dsp:spPr>
        <a:xfrm>
          <a:off x="5699125" y="518194"/>
          <a:ext cx="2007581" cy="1405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t>Performance Evaluation</a:t>
          </a:r>
        </a:p>
      </dsp:txBody>
      <dsp:txXfrm>
        <a:off x="5699125" y="518194"/>
        <a:ext cx="2007581" cy="1405307"/>
      </dsp:txXfrm>
    </dsp:sp>
    <dsp:sp modelId="{0173720D-61BD-48A8-B308-5F128093D504}">
      <dsp:nvSpPr>
        <dsp:cNvPr id="0" name=""/>
        <dsp:cNvSpPr/>
      </dsp:nvSpPr>
      <dsp:spPr>
        <a:xfrm>
          <a:off x="7706706" y="517511"/>
          <a:ext cx="736113" cy="1405320"/>
        </a:xfrm>
        <a:prstGeom prst="chevron">
          <a:avLst>
            <a:gd name="adj" fmla="val 62310"/>
          </a:avLst>
        </a:prstGeom>
        <a:solidFill>
          <a:schemeClr val="accent5">
            <a:hueOff val="787450"/>
            <a:satOff val="42288"/>
            <a:lumOff val="-1529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593E8B3-AE58-4A89-B71B-9A811B91CF97}">
      <dsp:nvSpPr>
        <dsp:cNvPr id="0" name=""/>
        <dsp:cNvSpPr/>
      </dsp:nvSpPr>
      <dsp:spPr>
        <a:xfrm>
          <a:off x="8523123" y="401373"/>
          <a:ext cx="1706444" cy="1706444"/>
        </a:xfrm>
        <a:prstGeom prst="ellipse">
          <a:avLst/>
        </a:prstGeom>
        <a:solidFill>
          <a:schemeClr val="accent5">
            <a:hueOff val="787450"/>
            <a:satOff val="42288"/>
            <a:lumOff val="-1529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IN" sz="1400" kern="1200"/>
            <a:t>Optimal Architecture</a:t>
          </a:r>
          <a:endParaRPr lang="en-IN" sz="1400" kern="1200" dirty="0"/>
        </a:p>
      </dsp:txBody>
      <dsp:txXfrm>
        <a:off x="8773026" y="651276"/>
        <a:ext cx="1206638" cy="12066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E3ECCB-32B5-45C7-8C2B-24DC53EF2316}">
      <dsp:nvSpPr>
        <dsp:cNvPr id="0" name=""/>
        <dsp:cNvSpPr/>
      </dsp:nvSpPr>
      <dsp:spPr>
        <a:xfrm>
          <a:off x="2856172" y="1425653"/>
          <a:ext cx="1812067" cy="1567511"/>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Resource requirement</a:t>
          </a:r>
        </a:p>
      </dsp:txBody>
      <dsp:txXfrm>
        <a:off x="3156457" y="1685412"/>
        <a:ext cx="1211497" cy="1047993"/>
      </dsp:txXfrm>
    </dsp:sp>
    <dsp:sp modelId="{B7E19F68-F526-4311-86C4-DD28F539C840}">
      <dsp:nvSpPr>
        <dsp:cNvPr id="0" name=""/>
        <dsp:cNvSpPr/>
      </dsp:nvSpPr>
      <dsp:spPr>
        <a:xfrm>
          <a:off x="3990875" y="675705"/>
          <a:ext cx="683687" cy="589087"/>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106862-2313-4ED7-9163-EDC7CC5A291A}">
      <dsp:nvSpPr>
        <dsp:cNvPr id="0" name=""/>
        <dsp:cNvSpPr/>
      </dsp:nvSpPr>
      <dsp:spPr>
        <a:xfrm>
          <a:off x="3023090" y="0"/>
          <a:ext cx="1484976" cy="1284679"/>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Design process</a:t>
          </a:r>
        </a:p>
      </dsp:txBody>
      <dsp:txXfrm>
        <a:off x="3269182" y="212899"/>
        <a:ext cx="992792" cy="858881"/>
      </dsp:txXfrm>
    </dsp:sp>
    <dsp:sp modelId="{ABF276F0-B17B-4513-9602-9596F712FB3C}">
      <dsp:nvSpPr>
        <dsp:cNvPr id="0" name=""/>
        <dsp:cNvSpPr/>
      </dsp:nvSpPr>
      <dsp:spPr>
        <a:xfrm>
          <a:off x="4788792" y="1776984"/>
          <a:ext cx="683687" cy="589087"/>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1D1277-EBAD-48AE-8FFE-0DA1AB370839}">
      <dsp:nvSpPr>
        <dsp:cNvPr id="0" name=""/>
        <dsp:cNvSpPr/>
      </dsp:nvSpPr>
      <dsp:spPr>
        <a:xfrm>
          <a:off x="4384986" y="790163"/>
          <a:ext cx="1484976" cy="1284679"/>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Exploration</a:t>
          </a:r>
        </a:p>
      </dsp:txBody>
      <dsp:txXfrm>
        <a:off x="4631078" y="1003062"/>
        <a:ext cx="992792" cy="858881"/>
      </dsp:txXfrm>
    </dsp:sp>
    <dsp:sp modelId="{F80660AF-6A0E-41EB-9C07-E54AE526ADA7}">
      <dsp:nvSpPr>
        <dsp:cNvPr id="0" name=""/>
        <dsp:cNvSpPr/>
      </dsp:nvSpPr>
      <dsp:spPr>
        <a:xfrm>
          <a:off x="4234507" y="3020122"/>
          <a:ext cx="683687" cy="589087"/>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E7BD24-FB96-475A-8DAF-B21EFF49260D}">
      <dsp:nvSpPr>
        <dsp:cNvPr id="0" name=""/>
        <dsp:cNvSpPr/>
      </dsp:nvSpPr>
      <dsp:spPr>
        <a:xfrm>
          <a:off x="4384986" y="2343534"/>
          <a:ext cx="1484976" cy="1284679"/>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Speed</a:t>
          </a:r>
        </a:p>
      </dsp:txBody>
      <dsp:txXfrm>
        <a:off x="4631078" y="2556433"/>
        <a:ext cx="992792" cy="858881"/>
      </dsp:txXfrm>
    </dsp:sp>
    <dsp:sp modelId="{EF054004-9CEB-41E1-A0A8-162103F63D14}">
      <dsp:nvSpPr>
        <dsp:cNvPr id="0" name=""/>
        <dsp:cNvSpPr/>
      </dsp:nvSpPr>
      <dsp:spPr>
        <a:xfrm>
          <a:off x="2859544" y="3149165"/>
          <a:ext cx="683687" cy="589087"/>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0F3400-F66E-45EB-BEE3-79402D6EF719}">
      <dsp:nvSpPr>
        <dsp:cNvPr id="0" name=""/>
        <dsp:cNvSpPr/>
      </dsp:nvSpPr>
      <dsp:spPr>
        <a:xfrm>
          <a:off x="3023090" y="3134581"/>
          <a:ext cx="1484976" cy="1284679"/>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Bias</a:t>
          </a:r>
        </a:p>
      </dsp:txBody>
      <dsp:txXfrm>
        <a:off x="3269182" y="3347480"/>
        <a:ext cx="992792" cy="858881"/>
      </dsp:txXfrm>
    </dsp:sp>
    <dsp:sp modelId="{BEB73F2C-AD41-40DA-ABF3-68B9179D1F6A}">
      <dsp:nvSpPr>
        <dsp:cNvPr id="0" name=""/>
        <dsp:cNvSpPr/>
      </dsp:nvSpPr>
      <dsp:spPr>
        <a:xfrm>
          <a:off x="2048561" y="2048327"/>
          <a:ext cx="683687" cy="589087"/>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AE248C-464B-4C19-AAE3-5B8C81ECFBB8}">
      <dsp:nvSpPr>
        <dsp:cNvPr id="0" name=""/>
        <dsp:cNvSpPr/>
      </dsp:nvSpPr>
      <dsp:spPr>
        <a:xfrm>
          <a:off x="1654871" y="2344417"/>
          <a:ext cx="1484976" cy="1284679"/>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Adaptability</a:t>
          </a:r>
        </a:p>
      </dsp:txBody>
      <dsp:txXfrm>
        <a:off x="1900963" y="2557316"/>
        <a:ext cx="992792" cy="858881"/>
      </dsp:txXfrm>
    </dsp:sp>
    <dsp:sp modelId="{FA1DC891-13D4-40CD-B6DF-0A5C14366500}">
      <dsp:nvSpPr>
        <dsp:cNvPr id="0" name=""/>
        <dsp:cNvSpPr/>
      </dsp:nvSpPr>
      <dsp:spPr>
        <a:xfrm>
          <a:off x="1654871" y="788396"/>
          <a:ext cx="1484976" cy="1284679"/>
        </a:xfrm>
        <a:prstGeom prst="hexagon">
          <a:avLst>
            <a:gd name="adj" fmla="val 28570"/>
            <a:gd name="vf" fmla="val 11547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panose="020F0502020204030204" pitchFamily="34" charset="0"/>
              <a:ea typeface="Calibri" panose="020F0502020204030204" pitchFamily="34" charset="0"/>
              <a:cs typeface="Calibri" panose="020F0502020204030204" pitchFamily="34" charset="0"/>
            </a:rPr>
            <a:t>Performance</a:t>
          </a:r>
        </a:p>
      </dsp:txBody>
      <dsp:txXfrm>
        <a:off x="1900963" y="1001295"/>
        <a:ext cx="992792" cy="858881"/>
      </dsp:txXfrm>
    </dsp:sp>
  </dsp:spTree>
</dsp:drawing>
</file>

<file path=ppt/diagrams/layout1.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FA7DFF-31ED-516C-7D4E-C3FB69E962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BE1ABAD-1631-3B9E-9530-25E796A204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CCB42D-1281-4904-B801-F62DF8D844DB}" type="datetimeFigureOut">
              <a:rPr lang="en-IN" smtClean="0"/>
              <a:t>20-10-2025</a:t>
            </a:fld>
            <a:endParaRPr lang="en-IN"/>
          </a:p>
        </p:txBody>
      </p:sp>
      <p:sp>
        <p:nvSpPr>
          <p:cNvPr id="4" name="Footer Placeholder 3">
            <a:extLst>
              <a:ext uri="{FF2B5EF4-FFF2-40B4-BE49-F238E27FC236}">
                <a16:creationId xmlns:a16="http://schemas.microsoft.com/office/drawing/2014/main" id="{4A902980-0584-2767-D4F0-B89932141C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5A412C5-F840-38EB-CAEF-1C20A8070D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3FDF55-2F28-4F71-94EA-77EC08F22E23}" type="slidenum">
              <a:rPr lang="en-IN" smtClean="0"/>
              <a:t>‹#›</a:t>
            </a:fld>
            <a:endParaRPr lang="en-IN"/>
          </a:p>
        </p:txBody>
      </p:sp>
    </p:spTree>
    <p:extLst>
      <p:ext uri="{BB962C8B-B14F-4D97-AF65-F5344CB8AC3E}">
        <p14:creationId xmlns:p14="http://schemas.microsoft.com/office/powerpoint/2010/main" val="7729653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AB9AAB-9A28-437C-BAD5-44896A763323}" type="datetimeFigureOut">
              <a:rPr lang="en-IN" smtClean="0"/>
              <a:t>20-10-2025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9F478E-8E7D-4982-B8A7-AC2F017420F2}" type="slidenum">
              <a:rPr lang="en-IN" smtClean="0"/>
              <a:t>‹#›</a:t>
            </a:fld>
            <a:endParaRPr lang="en-IN"/>
          </a:p>
        </p:txBody>
      </p:sp>
    </p:spTree>
    <p:extLst>
      <p:ext uri="{BB962C8B-B14F-4D97-AF65-F5344CB8AC3E}">
        <p14:creationId xmlns:p14="http://schemas.microsoft.com/office/powerpoint/2010/main" val="3221808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ogle.com/search?rlz=1C1CHZN_enIN986IN986&amp;cs=1&amp;sca_esv=be5f5ad743b3614b&amp;q=Pareto+Principle&amp;sa=X&amp;ved=2ahUKEwjm5tmo46eQAxV7GDQIHZb1JoAQxccNegQIBRAB&amp;mstk=AUtExfDBNGOUnKtPKnwhRjWfINLKtckGZwj3qjPv5y60EyLEmadfIJId_61L9zcJwuN6nM0UYkyNFkZCArpN05LbzBj0ewumqvphVprcvy_aCfKw2MfHMrRjHx7kTyJcRzpvNaMV8jqXkba11A67mDhDKpOq7o5CbjvxJCxh5qTxU9Rz_oMM0E78ZAYLMwVx5Ogx9c-Q&amp;csui=3"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NAS accomplishes automated neural architecture selection by performing exhaustive searches through architecture alternatives to identify structures which best match pre-defined performance metrics.</a:t>
            </a:r>
          </a:p>
          <a:p>
            <a:r>
              <a:rPr lang="en-US" sz="1200" b="0" i="0" kern="1200" dirty="0">
                <a:solidFill>
                  <a:schemeClr val="tx1"/>
                </a:solidFill>
                <a:effectLst/>
                <a:latin typeface="+mn-lt"/>
                <a:ea typeface="+mn-ea"/>
                <a:cs typeface="+mn-cs"/>
              </a:rPr>
              <a:t>Autonomous algorithms through Neural Architecture Search discover the optimal neural network design for specific tasks. Typical model design requires extensive testing and significant human experience for choosing correct layers alongside connection structures and hyperparameter values. Structured searches in the vast architecture space enables NAS to automatically pick the most effective network design according to predefined performance specifications like accuracy and latency with computational efficiency.</a:t>
            </a:r>
            <a:endParaRPr lang="en-IN" dirty="0"/>
          </a:p>
        </p:txBody>
      </p:sp>
      <p:sp>
        <p:nvSpPr>
          <p:cNvPr id="4" name="Slide Number Placeholder 3"/>
          <p:cNvSpPr>
            <a:spLocks noGrp="1"/>
          </p:cNvSpPr>
          <p:nvPr>
            <p:ph type="sldNum" sz="quarter" idx="5"/>
          </p:nvPr>
        </p:nvSpPr>
        <p:spPr/>
        <p:txBody>
          <a:bodyPr/>
          <a:lstStyle/>
          <a:p>
            <a:fld id="{E39F478E-8E7D-4982-B8A7-AC2F017420F2}" type="slidenum">
              <a:rPr lang="en-IN" smtClean="0"/>
              <a:t>2</a:t>
            </a:fld>
            <a:endParaRPr lang="en-IN"/>
          </a:p>
        </p:txBody>
      </p:sp>
    </p:spTree>
    <p:extLst>
      <p:ext uri="{BB962C8B-B14F-4D97-AF65-F5344CB8AC3E}">
        <p14:creationId xmlns:p14="http://schemas.microsoft.com/office/powerpoint/2010/main" val="1051215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automating this process, NAS reduces the time and resources required to develop cutting-edge AI models.</a:t>
            </a:r>
          </a:p>
          <a:p>
            <a:endParaRPr lang="en-US" dirty="0"/>
          </a:p>
          <a:p>
            <a:r>
              <a:rPr lang="en-US" dirty="0"/>
              <a:t>Search Space - It defines the range of possible neural network configurations, including layer types, connections, and activation functions.</a:t>
            </a:r>
          </a:p>
          <a:p>
            <a:r>
              <a:rPr lang="en-US" dirty="0"/>
              <a:t>e.g., CNN, RNN, Transformer variants</a:t>
            </a:r>
          </a:p>
          <a:p>
            <a:endParaRPr lang="en-US" dirty="0"/>
          </a:p>
          <a:p>
            <a:r>
              <a:rPr lang="en-US" dirty="0"/>
              <a:t>Search strategy - Algorithm that explores the space. </a:t>
            </a:r>
          </a:p>
          <a:p>
            <a:r>
              <a:rPr lang="en-US" dirty="0"/>
              <a:t>e.g. Reinforcement Learning, Evolutionary Algorithms, or Gradient-based methods</a:t>
            </a:r>
          </a:p>
          <a:p>
            <a:endParaRPr lang="en-US" dirty="0"/>
          </a:p>
          <a:p>
            <a:r>
              <a:rPr lang="en-US" dirty="0"/>
              <a:t>Performance evaluation - Evaluates each candidate architecture (by training and testing accuracy, loss, latency, </a:t>
            </a:r>
            <a:r>
              <a:rPr lang="en-US" dirty="0" err="1"/>
              <a:t>etc</a:t>
            </a:r>
            <a:r>
              <a:rPr lang="en-US" dirty="0"/>
              <a:t>)</a:t>
            </a:r>
          </a:p>
          <a:p>
            <a:endParaRPr lang="en-US" dirty="0"/>
          </a:p>
          <a:p>
            <a:endParaRPr lang="en-US" dirty="0"/>
          </a:p>
          <a:p>
            <a:endParaRPr lang="en-US" dirty="0"/>
          </a:p>
          <a:p>
            <a:endParaRPr lang="en-IN" dirty="0"/>
          </a:p>
        </p:txBody>
      </p:sp>
      <p:sp>
        <p:nvSpPr>
          <p:cNvPr id="4" name="Slide Number Placeholder 3"/>
          <p:cNvSpPr>
            <a:spLocks noGrp="1"/>
          </p:cNvSpPr>
          <p:nvPr>
            <p:ph type="sldNum" sz="quarter" idx="5"/>
          </p:nvPr>
        </p:nvSpPr>
        <p:spPr/>
        <p:txBody>
          <a:bodyPr/>
          <a:lstStyle/>
          <a:p>
            <a:fld id="{E39F478E-8E7D-4982-B8A7-AC2F017420F2}" type="slidenum">
              <a:rPr lang="en-IN" smtClean="0"/>
              <a:t>3</a:t>
            </a:fld>
            <a:endParaRPr lang="en-IN"/>
          </a:p>
        </p:txBody>
      </p:sp>
    </p:spTree>
    <p:extLst>
      <p:ext uri="{BB962C8B-B14F-4D97-AF65-F5344CB8AC3E}">
        <p14:creationId xmlns:p14="http://schemas.microsoft.com/office/powerpoint/2010/main" val="4156139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dirty="0">
                <a:latin typeface="Calibri" panose="020F0502020204030204" pitchFamily="34" charset="0"/>
                <a:ea typeface="Calibri" panose="020F0502020204030204" pitchFamily="34" charset="0"/>
                <a:cs typeface="Calibri" panose="020F0502020204030204" pitchFamily="34" charset="0"/>
              </a:rPr>
              <a:t>Tensor Processing Units – Custom unit added by Google for ML</a:t>
            </a:r>
          </a:p>
          <a:p>
            <a:endParaRPr lang="en-US" b="0" dirty="0"/>
          </a:p>
          <a:p>
            <a:pPr marL="171450" indent="-171450">
              <a:buFont typeface="Arial" panose="020B0604020202020204" pitchFamily="34" charset="0"/>
              <a:buChar char="•"/>
            </a:pPr>
            <a:r>
              <a:rPr lang="en-US" b="0" dirty="0"/>
              <a:t>Traditional model design is trial-and-error and heavily relies on human experience.</a:t>
            </a:r>
          </a:p>
          <a:p>
            <a:pPr marL="171450" indent="-171450">
              <a:buFont typeface="Arial" panose="020B0604020202020204" pitchFamily="34" charset="0"/>
              <a:buChar char="•"/>
            </a:pPr>
            <a:r>
              <a:rPr lang="en-US" b="0" dirty="0"/>
              <a:t>NAS automates this, searching thousands of architectures quickly and objectively.</a:t>
            </a:r>
          </a:p>
          <a:p>
            <a:pPr marL="171450" indent="-171450">
              <a:buFont typeface="Arial" panose="020B0604020202020204" pitchFamily="34" charset="0"/>
              <a:buChar char="•"/>
            </a:pPr>
            <a:r>
              <a:rPr lang="en-US" b="0" dirty="0"/>
              <a:t>Smart proxy evaluations and weight sharing now allow results in hours instead of weeks.</a:t>
            </a:r>
          </a:p>
          <a:p>
            <a:pPr marL="171450" indent="-171450">
              <a:buFont typeface="Arial" panose="020B0604020202020204" pitchFamily="34" charset="0"/>
              <a:buChar char="•"/>
            </a:pPr>
            <a:r>
              <a:rPr lang="en-US" b="0" dirty="0"/>
              <a:t>NAS can even design smaller, faster models for deployment on mobile devices.</a:t>
            </a:r>
          </a:p>
          <a:p>
            <a:pPr marL="171450" indent="-171450">
              <a:buFont typeface="Arial" panose="020B0604020202020204" pitchFamily="34" charset="0"/>
              <a:buChar char="•"/>
            </a:pPr>
            <a:r>
              <a:rPr lang="en-US" b="0" dirty="0"/>
              <a:t>While early NAS methods (like </a:t>
            </a:r>
            <a:r>
              <a:rPr lang="en-US" b="0" dirty="0" err="1"/>
              <a:t>NASNet</a:t>
            </a:r>
            <a:r>
              <a:rPr lang="en-US" b="0" dirty="0"/>
              <a:t>) required thousands of GPU-hours, newer techniques (like DARTS, </a:t>
            </a:r>
            <a:r>
              <a:rPr lang="en-US" b="0" dirty="0" err="1"/>
              <a:t>AutoKeras</a:t>
            </a:r>
            <a:r>
              <a:rPr lang="en-US" b="0" dirty="0"/>
              <a:t>) make NAS accessible to students and small teams.</a:t>
            </a:r>
          </a:p>
          <a:p>
            <a:pPr marL="171450" indent="-171450">
              <a:buFont typeface="Arial" panose="020B0604020202020204" pitchFamily="34" charset="0"/>
              <a:buChar char="•"/>
            </a:pPr>
            <a:r>
              <a:rPr lang="en-US" b="0" dirty="0"/>
              <a:t>Emphasize that NAS is not replacing humans, it’s augmenting them by automating repetitive trial phases.</a:t>
            </a:r>
          </a:p>
          <a:p>
            <a:endParaRPr lang="en-IN" b="0" dirty="0"/>
          </a:p>
        </p:txBody>
      </p:sp>
      <p:sp>
        <p:nvSpPr>
          <p:cNvPr id="4" name="Slide Number Placeholder 3"/>
          <p:cNvSpPr>
            <a:spLocks noGrp="1"/>
          </p:cNvSpPr>
          <p:nvPr>
            <p:ph type="sldNum" sz="quarter" idx="5"/>
          </p:nvPr>
        </p:nvSpPr>
        <p:spPr/>
        <p:txBody>
          <a:bodyPr/>
          <a:lstStyle/>
          <a:p>
            <a:fld id="{E39F478E-8E7D-4982-B8A7-AC2F017420F2}" type="slidenum">
              <a:rPr lang="en-IN" smtClean="0"/>
              <a:t>5</a:t>
            </a:fld>
            <a:endParaRPr lang="en-IN"/>
          </a:p>
        </p:txBody>
      </p:sp>
    </p:spTree>
    <p:extLst>
      <p:ext uri="{BB962C8B-B14F-4D97-AF65-F5344CB8AC3E}">
        <p14:creationId xmlns:p14="http://schemas.microsoft.com/office/powerpoint/2010/main" val="1364589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a map; then dive one slide per method.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Vilfredo Pareto was an Italian economist who observed that roughly 80% of the land in Italy was owned by 20% of the population, a principle extended to show that a small percentage of inputs often leads to a large percentage of outputs. This is known as the </a:t>
            </a:r>
            <a:r>
              <a:rPr lang="en-US" sz="1200" b="0" i="0" kern="1200" dirty="0">
                <a:solidFill>
                  <a:schemeClr val="tx1"/>
                </a:solidFill>
                <a:effectLst/>
                <a:latin typeface="+mn-lt"/>
                <a:ea typeface="+mn-ea"/>
                <a:cs typeface="+mn-cs"/>
                <a:hlinkClick r:id="rId3"/>
              </a:rPr>
              <a:t>Pareto Principle</a:t>
            </a:r>
            <a:r>
              <a:rPr lang="en-US" sz="1200" b="0" i="0" kern="1200" dirty="0">
                <a:solidFill>
                  <a:schemeClr val="tx1"/>
                </a:solidFill>
                <a:effectLst/>
                <a:latin typeface="+mn-lt"/>
                <a:ea typeface="+mn-ea"/>
                <a:cs typeface="+mn-cs"/>
              </a:rPr>
              <a:t> or the 80/20 Rule and is applied in many fields to understand that 80% of results come from 20% of efforts</a:t>
            </a:r>
          </a:p>
          <a:p>
            <a:pPr>
              <a:lnSpc>
                <a:spcPct val="150000"/>
              </a:lnSpc>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100" dirty="0">
                <a:latin typeface="Calibri" panose="020F0502020204030204" pitchFamily="34" charset="0"/>
                <a:ea typeface="Calibri" panose="020F0502020204030204" pitchFamily="34" charset="0"/>
                <a:cs typeface="Calibri" panose="020F0502020204030204" pitchFamily="34" charset="0"/>
              </a:rPr>
              <a:t>In multi-objective optimization (like Neural Architecture Search), there’s often more than one goal:</a:t>
            </a:r>
          </a:p>
          <a:p>
            <a:pPr marL="742950" lvl="1" indent="-285750">
              <a:lnSpc>
                <a:spcPct val="150000"/>
              </a:lnSpc>
              <a:buClr>
                <a:schemeClr val="accent6">
                  <a:lumMod val="75000"/>
                </a:schemeClr>
              </a:buClr>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Maximize accuracy</a:t>
            </a:r>
          </a:p>
          <a:p>
            <a:pPr marL="742950" lvl="1" indent="-285750">
              <a:lnSpc>
                <a:spcPct val="150000"/>
              </a:lnSpc>
              <a:buClr>
                <a:schemeClr val="accent6">
                  <a:lumMod val="75000"/>
                </a:schemeClr>
              </a:buClr>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Minimize latency (speed)</a:t>
            </a:r>
          </a:p>
          <a:p>
            <a:pPr marL="742950" lvl="1" indent="-285750">
              <a:lnSpc>
                <a:spcPct val="150000"/>
              </a:lnSpc>
              <a:buClr>
                <a:schemeClr val="accent6">
                  <a:lumMod val="75000"/>
                </a:schemeClr>
              </a:buClr>
              <a:buFont typeface="Wingdings" panose="05000000000000000000" pitchFamily="2" charset="2"/>
              <a:buChar char="§"/>
            </a:pPr>
            <a:r>
              <a:rPr lang="en-US" sz="1100" dirty="0">
                <a:latin typeface="Calibri" panose="020F0502020204030204" pitchFamily="34" charset="0"/>
                <a:ea typeface="Calibri" panose="020F0502020204030204" pitchFamily="34" charset="0"/>
                <a:cs typeface="Calibri" panose="020F0502020204030204" pitchFamily="34" charset="0"/>
              </a:rPr>
              <a:t>Minimize model size or power use</a:t>
            </a:r>
          </a:p>
          <a:p>
            <a:pPr>
              <a:lnSpc>
                <a:spcPct val="150000"/>
              </a:lnSpc>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100" dirty="0">
                <a:latin typeface="Calibri" panose="020F0502020204030204" pitchFamily="34" charset="0"/>
                <a:ea typeface="Calibri" panose="020F0502020204030204" pitchFamily="34" charset="0"/>
                <a:cs typeface="Calibri" panose="020F0502020204030204" pitchFamily="34" charset="0"/>
              </a:rPr>
              <a:t>You can’t always improve one without hurting another — this is where the Pareto frontier (or Pareto-optimal set) comes in.</a:t>
            </a:r>
          </a:p>
          <a:p>
            <a:pPr>
              <a:lnSpc>
                <a:spcPct val="150000"/>
              </a:lnSpc>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lnSpc>
                <a:spcPct val="150000"/>
              </a:lnSpc>
              <a:buNone/>
            </a:pPr>
            <a:r>
              <a:rPr lang="en-US" sz="1100" dirty="0">
                <a:latin typeface="Calibri" panose="020F0502020204030204" pitchFamily="34" charset="0"/>
                <a:ea typeface="Calibri" panose="020F0502020204030204" pitchFamily="34" charset="0"/>
                <a:cs typeface="Calibri" panose="020F0502020204030204" pitchFamily="34" charset="0"/>
              </a:rPr>
              <a:t>A solution is Pareto optimal if you can’t improve one objective without worsening at least one other.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Pareto-optimal architecture: A model for which no other candidate improves at least one objective (e.g., accuracy) without worsening another (e.g., latency, params, energy).Pareto front: The set of all non-dominated architectures—i.e., the best trade-offs across the chosen </a:t>
            </a:r>
            <a:r>
              <a:rPr lang="en-US" sz="1200" b="0" i="0" kern="1200" dirty="0" err="1">
                <a:solidFill>
                  <a:schemeClr val="tx1"/>
                </a:solidFill>
                <a:effectLst/>
                <a:latin typeface="+mn-lt"/>
                <a:ea typeface="+mn-ea"/>
                <a:cs typeface="+mn-cs"/>
              </a:rPr>
              <a:t>objectives.In</a:t>
            </a:r>
            <a:r>
              <a:rPr lang="en-US" sz="1200" b="0" i="0" kern="1200" dirty="0">
                <a:solidFill>
                  <a:schemeClr val="tx1"/>
                </a:solidFill>
                <a:effectLst/>
                <a:latin typeface="+mn-lt"/>
                <a:ea typeface="+mn-ea"/>
                <a:cs typeface="+mn-cs"/>
              </a:rPr>
              <a:t> NAS: Search returns a Pareto front over {accuracy↑, latency↓, params↓, energy↓}; deployment picks a point on this front (often the knee) that fits hardware and quality targets.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9F478E-8E7D-4982-B8A7-AC2F017420F2}" type="slidenum">
              <a:rPr lang="en-IN" smtClean="0"/>
              <a:t>10</a:t>
            </a:fld>
            <a:endParaRPr lang="en-IN"/>
          </a:p>
        </p:txBody>
      </p:sp>
    </p:spTree>
    <p:extLst>
      <p:ext uri="{BB962C8B-B14F-4D97-AF65-F5344CB8AC3E}">
        <p14:creationId xmlns:p14="http://schemas.microsoft.com/office/powerpoint/2010/main" val="3634283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Advantages-</a:t>
            </a:r>
          </a:p>
          <a:p>
            <a:r>
              <a:rPr lang="en-US" b="0" dirty="0"/>
              <a:t>Automation: NAS replaces manual model engineering with algorithmic search — saving researchers weeks or months.</a:t>
            </a:r>
          </a:p>
          <a:p>
            <a:r>
              <a:rPr lang="en-US" b="0" dirty="0"/>
              <a:t>Performance: Models found by NAS (like </a:t>
            </a:r>
            <a:r>
              <a:rPr lang="en-US" b="0" dirty="0" err="1"/>
              <a:t>NASNet</a:t>
            </a:r>
            <a:r>
              <a:rPr lang="en-US" b="0" dirty="0"/>
              <a:t>, </a:t>
            </a:r>
            <a:r>
              <a:rPr lang="en-US" b="0" dirty="0" err="1"/>
              <a:t>EfficientNet</a:t>
            </a:r>
            <a:r>
              <a:rPr lang="en-US" b="0" dirty="0"/>
              <a:t>) have achieved state-of-the-art results in image recognition.</a:t>
            </a:r>
          </a:p>
          <a:p>
            <a:r>
              <a:rPr lang="en-US" b="0" dirty="0"/>
              <a:t>Adaptability: NAS can optimize for multiple goals — accuracy, latency, energy efficiency — making it ideal for devices with limited power or memory.</a:t>
            </a:r>
          </a:p>
          <a:p>
            <a:r>
              <a:rPr lang="en-US" b="0" dirty="0"/>
              <a:t>Scalability: The same NAS framework can be applied to vision, text, or speech tasks with minimal human intervention.</a:t>
            </a:r>
          </a:p>
          <a:p>
            <a:r>
              <a:rPr lang="en-US" b="0" dirty="0"/>
              <a:t>Overall, NAS represents a major step toward self-optimizing AI systems that can adapt automatically to new problems.</a:t>
            </a:r>
          </a:p>
          <a:p>
            <a:endParaRPr lang="en-IN" dirty="0"/>
          </a:p>
          <a:p>
            <a:endParaRPr lang="en-IN" dirty="0"/>
          </a:p>
        </p:txBody>
      </p:sp>
      <p:sp>
        <p:nvSpPr>
          <p:cNvPr id="4" name="Slide Number Placeholder 3"/>
          <p:cNvSpPr>
            <a:spLocks noGrp="1"/>
          </p:cNvSpPr>
          <p:nvPr>
            <p:ph type="sldNum" sz="quarter" idx="5"/>
          </p:nvPr>
        </p:nvSpPr>
        <p:spPr/>
        <p:txBody>
          <a:bodyPr/>
          <a:lstStyle/>
          <a:p>
            <a:fld id="{E39F478E-8E7D-4982-B8A7-AC2F017420F2}" type="slidenum">
              <a:rPr lang="en-IN" smtClean="0"/>
              <a:t>11</a:t>
            </a:fld>
            <a:endParaRPr lang="en-IN"/>
          </a:p>
        </p:txBody>
      </p:sp>
    </p:spTree>
    <p:extLst>
      <p:ext uri="{BB962C8B-B14F-4D97-AF65-F5344CB8AC3E}">
        <p14:creationId xmlns:p14="http://schemas.microsoft.com/office/powerpoint/2010/main" val="248200666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63714E-1504-42A5-96A3-B695D50603A4}" type="datetime1">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537CCBC-7667-4F14-BBB6-38D85E00BC95}" type="slidenum">
              <a:rPr lang="en-IN" smtClean="0"/>
              <a:t>‹#›</a:t>
            </a:fld>
            <a:endParaRPr lang="en-IN"/>
          </a:p>
        </p:txBody>
      </p:sp>
    </p:spTree>
    <p:extLst>
      <p:ext uri="{BB962C8B-B14F-4D97-AF65-F5344CB8AC3E}">
        <p14:creationId xmlns:p14="http://schemas.microsoft.com/office/powerpoint/2010/main" val="798180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45DA9C-2597-4FF3-B9B9-1BA9B43A15A8}" type="datetime1">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3669821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CA525E6-F64E-4662-B772-F3CE0CAEC275}" type="datetime1">
              <a:rPr lang="en-IN" smtClean="0"/>
              <a:t>20-10-2025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537CCBC-7667-4F14-BBB6-38D85E00BC95}" type="slidenum">
              <a:rPr lang="en-IN" smtClean="0"/>
              <a:t>‹#›</a:t>
            </a:fld>
            <a:endParaRPr lang="en-IN"/>
          </a:p>
        </p:txBody>
      </p:sp>
    </p:spTree>
    <p:extLst>
      <p:ext uri="{BB962C8B-B14F-4D97-AF65-F5344CB8AC3E}">
        <p14:creationId xmlns:p14="http://schemas.microsoft.com/office/powerpoint/2010/main" val="54183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BB9A66-89EE-4F6C-82C1-49DC4A8ED258}" type="datetime1">
              <a:rPr lang="en-IN" smtClean="0"/>
              <a:t>20-10-2025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2609088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730D01-F0A9-451D-8AFB-D0850F20DECC}" type="datetime1">
              <a:rPr lang="en-IN" smtClean="0"/>
              <a:t>20-10-2025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2666022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EBA11A-9903-4D11-BC1B-5AC2EA5E18CE}" type="datetime1">
              <a:rPr lang="en-IN" smtClean="0"/>
              <a:t>20-10-2025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1177710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06316A-3A82-4360-AFAE-86210139472F}" type="datetime1">
              <a:rPr lang="en-IN" smtClean="0"/>
              <a:t>20-10-2025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3601014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87FBD9-E614-4767-80D5-47B3A8996DCD}" type="datetime1">
              <a:rPr lang="en-IN" smtClean="0"/>
              <a:t>20-10-2025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347245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DE81C7-6086-4BD4-8278-D5DACBB27437}" type="datetime1">
              <a:rPr lang="en-IN" smtClean="0"/>
              <a:t>20-10-2025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568248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4B0F0-DB85-4BC7-8F3D-CF56B12FC415}" type="datetime1">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1787340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2D8589-A26F-434F-B243-9F22656949E2}" type="datetime1">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37CCBC-7667-4F14-BBB6-38D85E00BC95}" type="slidenum">
              <a:rPr lang="en-IN" smtClean="0"/>
              <a:t>‹#›</a:t>
            </a:fld>
            <a:endParaRPr lang="en-IN"/>
          </a:p>
        </p:txBody>
      </p:sp>
    </p:spTree>
    <p:extLst>
      <p:ext uri="{BB962C8B-B14F-4D97-AF65-F5344CB8AC3E}">
        <p14:creationId xmlns:p14="http://schemas.microsoft.com/office/powerpoint/2010/main" val="3261438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783D7AC-FD7B-4A94-9543-EC44721E09BC}" type="datetime1">
              <a:rPr lang="en-IN" smtClean="0"/>
              <a:t>20-10-2025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537CCBC-7667-4F14-BBB6-38D85E00BC95}" type="slidenum">
              <a:rPr lang="en-IN" smtClean="0"/>
              <a:t>‹#›</a:t>
            </a:fld>
            <a:endParaRPr lang="en-IN"/>
          </a:p>
        </p:txBody>
      </p:sp>
    </p:spTree>
    <p:extLst>
      <p:ext uri="{BB962C8B-B14F-4D97-AF65-F5344CB8AC3E}">
        <p14:creationId xmlns:p14="http://schemas.microsoft.com/office/powerpoint/2010/main" val="41131471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jp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6A2F7-8293-DB52-9169-D79218C206B2}"/>
              </a:ext>
            </a:extLst>
          </p:cNvPr>
          <p:cNvSpPr>
            <a:spLocks noGrp="1"/>
          </p:cNvSpPr>
          <p:nvPr>
            <p:ph type="ctrTitle"/>
          </p:nvPr>
        </p:nvSpPr>
        <p:spPr/>
        <p:txBody>
          <a:bodyPr/>
          <a:lstStyle/>
          <a:p>
            <a:r>
              <a:rPr lang="en-IN" sz="6600" dirty="0">
                <a:solidFill>
                  <a:schemeClr val="accent6">
                    <a:lumMod val="75000"/>
                  </a:schemeClr>
                </a:solidFill>
              </a:rPr>
              <a:t>N</a:t>
            </a:r>
            <a:r>
              <a:rPr lang="en-IN" sz="6600" dirty="0"/>
              <a:t>eural </a:t>
            </a:r>
            <a:r>
              <a:rPr lang="en-IN" sz="6600" dirty="0">
                <a:solidFill>
                  <a:schemeClr val="accent6">
                    <a:lumMod val="75000"/>
                  </a:schemeClr>
                </a:solidFill>
              </a:rPr>
              <a:t>A</a:t>
            </a:r>
            <a:r>
              <a:rPr lang="en-IN" sz="6600" dirty="0"/>
              <a:t>rchitecture </a:t>
            </a:r>
            <a:r>
              <a:rPr lang="en-IN" sz="6600" dirty="0">
                <a:solidFill>
                  <a:schemeClr val="accent6">
                    <a:lumMod val="75000"/>
                  </a:schemeClr>
                </a:solidFill>
              </a:rPr>
              <a:t>S</a:t>
            </a:r>
            <a:r>
              <a:rPr lang="en-IN" sz="6600" dirty="0"/>
              <a:t>earch</a:t>
            </a:r>
            <a:endParaRPr lang="en-IN" dirty="0"/>
          </a:p>
        </p:txBody>
      </p:sp>
      <p:sp>
        <p:nvSpPr>
          <p:cNvPr id="3" name="Subtitle 2">
            <a:extLst>
              <a:ext uri="{FF2B5EF4-FFF2-40B4-BE49-F238E27FC236}">
                <a16:creationId xmlns:a16="http://schemas.microsoft.com/office/drawing/2014/main" id="{8C69987B-4DFF-8C6E-2E55-F67738A0A0B5}"/>
              </a:ext>
            </a:extLst>
          </p:cNvPr>
          <p:cNvSpPr>
            <a:spLocks noGrp="1"/>
          </p:cNvSpPr>
          <p:nvPr>
            <p:ph type="subTitle" idx="1"/>
          </p:nvPr>
        </p:nvSpPr>
        <p:spPr>
          <a:xfrm>
            <a:off x="8961398" y="5425777"/>
            <a:ext cx="2714136" cy="627890"/>
          </a:xfrm>
        </p:spPr>
        <p:txBody>
          <a:bodyPr>
            <a:normAutofit fontScale="77500" lnSpcReduction="20000"/>
          </a:bodyPr>
          <a:lstStyle/>
          <a:p>
            <a:r>
              <a:rPr lang="en-IN" dirty="0"/>
              <a:t>Sohan Mahesh  &amp;</a:t>
            </a:r>
          </a:p>
          <a:p>
            <a:r>
              <a:rPr lang="en-IN" dirty="0"/>
              <a:t>Bhalchandra Shinde</a:t>
            </a:r>
          </a:p>
        </p:txBody>
      </p:sp>
    </p:spTree>
    <p:extLst>
      <p:ext uri="{BB962C8B-B14F-4D97-AF65-F5344CB8AC3E}">
        <p14:creationId xmlns:p14="http://schemas.microsoft.com/office/powerpoint/2010/main" val="1441964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CC19C-1EC4-A0BE-E3F4-AD891756E921}"/>
              </a:ext>
            </a:extLst>
          </p:cNvPr>
          <p:cNvSpPr>
            <a:spLocks noGrp="1"/>
          </p:cNvSpPr>
          <p:nvPr>
            <p:ph type="title"/>
          </p:nvPr>
        </p:nvSpPr>
        <p:spPr/>
        <p:txBody>
          <a:bodyPr/>
          <a:lstStyle/>
          <a:p>
            <a:r>
              <a:rPr lang="en-IN" dirty="0">
                <a:solidFill>
                  <a:schemeClr val="accent6">
                    <a:lumMod val="75000"/>
                  </a:schemeClr>
                </a:solidFill>
              </a:rPr>
              <a:t>W</a:t>
            </a:r>
            <a:r>
              <a:rPr lang="en-IN" dirty="0"/>
              <a:t>hat is </a:t>
            </a:r>
            <a:r>
              <a:rPr lang="en-IN" dirty="0">
                <a:solidFill>
                  <a:schemeClr val="accent6">
                    <a:lumMod val="75000"/>
                  </a:schemeClr>
                </a:solidFill>
              </a:rPr>
              <a:t>NAS</a:t>
            </a:r>
          </a:p>
        </p:txBody>
      </p:sp>
      <p:sp>
        <p:nvSpPr>
          <p:cNvPr id="3" name="Content Placeholder 2">
            <a:extLst>
              <a:ext uri="{FF2B5EF4-FFF2-40B4-BE49-F238E27FC236}">
                <a16:creationId xmlns:a16="http://schemas.microsoft.com/office/drawing/2014/main" id="{C4AC3A0F-080A-FB6C-859E-9ABF8BC0ED7C}"/>
              </a:ext>
            </a:extLst>
          </p:cNvPr>
          <p:cNvSpPr>
            <a:spLocks noGrp="1"/>
          </p:cNvSpPr>
          <p:nvPr>
            <p:ph idx="1"/>
          </p:nvPr>
        </p:nvSpPr>
        <p:spPr>
          <a:xfrm>
            <a:off x="1063752" y="2020824"/>
            <a:ext cx="9179375" cy="4251960"/>
          </a:xfrm>
        </p:spPr>
        <p:txBody>
          <a:bodyPr>
            <a:noAutofit/>
          </a:bodyPr>
          <a:lstStyle/>
          <a:p>
            <a:pPr>
              <a:lnSpc>
                <a:spcPct val="150000"/>
              </a:lnSpc>
            </a:pPr>
            <a:r>
              <a:rPr lang="en-US" sz="1400" b="1" dirty="0">
                <a:latin typeface="Calibri" panose="020F0502020204030204" pitchFamily="34" charset="0"/>
                <a:ea typeface="Calibri" panose="020F0502020204030204" pitchFamily="34" charset="0"/>
                <a:cs typeface="Calibri" panose="020F0502020204030204" pitchFamily="34" charset="0"/>
              </a:rPr>
              <a:t>Definition: </a:t>
            </a:r>
            <a:r>
              <a:rPr lang="en-US" sz="1400" dirty="0">
                <a:latin typeface="Calibri" panose="020F0502020204030204" pitchFamily="34" charset="0"/>
                <a:ea typeface="Calibri" panose="020F0502020204030204" pitchFamily="34" charset="0"/>
                <a:cs typeface="Calibri" panose="020F0502020204030204" pitchFamily="34" charset="0"/>
              </a:rPr>
              <a:t>Neural Architecture Search (NAS) is a </a:t>
            </a:r>
            <a:r>
              <a:rPr lang="en-US" sz="1400" b="0" dirty="0">
                <a:latin typeface="Calibri" panose="020F0502020204030204" pitchFamily="34" charset="0"/>
                <a:ea typeface="Calibri" panose="020F0502020204030204" pitchFamily="34" charset="0"/>
                <a:cs typeface="Calibri" panose="020F0502020204030204" pitchFamily="34" charset="0"/>
              </a:rPr>
              <a:t>machine learning approach </a:t>
            </a:r>
            <a:r>
              <a:rPr lang="en-US" sz="1400" dirty="0">
                <a:latin typeface="Calibri" panose="020F0502020204030204" pitchFamily="34" charset="0"/>
                <a:ea typeface="Calibri" panose="020F0502020204030204" pitchFamily="34" charset="0"/>
                <a:cs typeface="Calibri" panose="020F0502020204030204" pitchFamily="34" charset="0"/>
              </a:rPr>
              <a:t>to design machine learning models automatically  </a:t>
            </a:r>
          </a:p>
          <a:p>
            <a:pPr>
              <a:lnSpc>
                <a:spcPct val="150000"/>
              </a:lnSpc>
            </a:pPr>
            <a:r>
              <a:rPr lang="en-US" sz="1400" b="1" dirty="0">
                <a:latin typeface="Calibri" panose="020F0502020204030204" pitchFamily="34" charset="0"/>
                <a:ea typeface="Calibri" panose="020F0502020204030204" pitchFamily="34" charset="0"/>
                <a:cs typeface="Calibri" panose="020F0502020204030204" pitchFamily="34" charset="0"/>
              </a:rPr>
              <a:t>Input:</a:t>
            </a:r>
            <a:r>
              <a:rPr lang="en-US" sz="1400" dirty="0">
                <a:latin typeface="Calibri" panose="020F0502020204030204" pitchFamily="34" charset="0"/>
                <a:ea typeface="Calibri" panose="020F0502020204030204" pitchFamily="34" charset="0"/>
                <a:cs typeface="Calibri" panose="020F0502020204030204" pitchFamily="34" charset="0"/>
              </a:rPr>
              <a:t> Search space of possible architectures, </a:t>
            </a:r>
            <a:r>
              <a:rPr lang="en-US" sz="1400" b="1" dirty="0">
                <a:latin typeface="Calibri" panose="020F0502020204030204" pitchFamily="34" charset="0"/>
                <a:ea typeface="Calibri" panose="020F0502020204030204" pitchFamily="34" charset="0"/>
                <a:cs typeface="Calibri" panose="020F0502020204030204" pitchFamily="34" charset="0"/>
              </a:rPr>
              <a:t>Output:</a:t>
            </a:r>
            <a:r>
              <a:rPr lang="en-US" sz="1400" dirty="0">
                <a:latin typeface="Calibri" panose="020F0502020204030204" pitchFamily="34" charset="0"/>
                <a:ea typeface="Calibri" panose="020F0502020204030204" pitchFamily="34" charset="0"/>
                <a:cs typeface="Calibri" panose="020F0502020204030204" pitchFamily="34" charset="0"/>
              </a:rPr>
              <a:t> Best-performing neural network model</a:t>
            </a:r>
          </a:p>
          <a:p>
            <a:pPr>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NAS has evolved from expensive, brute-force neural design to efficient, scalable, and hardware aware architecture discovery powering real world AI systems.</a:t>
            </a:r>
          </a:p>
          <a:p>
            <a:pPr>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Normally a human researcher decides</a:t>
            </a:r>
          </a:p>
          <a:p>
            <a:pPr lvl="1">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How many layers a model should have</a:t>
            </a:r>
          </a:p>
          <a:p>
            <a:pPr lvl="1">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What type of layers (convolutional, recurrent, transformer, etc.)</a:t>
            </a:r>
          </a:p>
          <a:p>
            <a:pPr lvl="1">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Hyperparameters like filter size, stride, etc.</a:t>
            </a:r>
          </a:p>
          <a:p>
            <a:pPr>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NAS uses </a:t>
            </a:r>
            <a:r>
              <a:rPr lang="en-US" sz="1400" b="1" dirty="0">
                <a:latin typeface="Calibri" panose="020F0502020204030204" pitchFamily="34" charset="0"/>
                <a:ea typeface="Calibri" panose="020F0502020204030204" pitchFamily="34" charset="0"/>
                <a:cs typeface="Calibri" panose="020F0502020204030204" pitchFamily="34" charset="0"/>
              </a:rPr>
              <a:t>machine learning to design machine learning models,</a:t>
            </a:r>
            <a:r>
              <a:rPr lang="en-US" sz="1400" dirty="0">
                <a:latin typeface="Calibri" panose="020F0502020204030204" pitchFamily="34" charset="0"/>
                <a:ea typeface="Calibri" panose="020F0502020204030204" pitchFamily="34" charset="0"/>
                <a:cs typeface="Calibri" panose="020F0502020204030204" pitchFamily="34" charset="0"/>
              </a:rPr>
              <a:t> it searches through many possible architectures and finds the one that performs best on your dataset</a:t>
            </a:r>
          </a:p>
        </p:txBody>
      </p:sp>
      <p:sp>
        <p:nvSpPr>
          <p:cNvPr id="6" name="Slide Number Placeholder 5">
            <a:extLst>
              <a:ext uri="{FF2B5EF4-FFF2-40B4-BE49-F238E27FC236}">
                <a16:creationId xmlns:a16="http://schemas.microsoft.com/office/drawing/2014/main" id="{412CA8F6-6780-0759-861D-8B46E666A7F3}"/>
              </a:ext>
            </a:extLst>
          </p:cNvPr>
          <p:cNvSpPr>
            <a:spLocks noGrp="1"/>
          </p:cNvSpPr>
          <p:nvPr>
            <p:ph type="sldNum" sz="quarter" idx="12"/>
          </p:nvPr>
        </p:nvSpPr>
        <p:spPr/>
        <p:txBody>
          <a:bodyPr/>
          <a:lstStyle/>
          <a:p>
            <a:fld id="{7537CCBC-7667-4F14-BBB6-38D85E00BC95}" type="slidenum">
              <a:rPr lang="en-IN" smtClean="0"/>
              <a:t>2</a:t>
            </a:fld>
            <a:endParaRPr lang="en-IN"/>
          </a:p>
        </p:txBody>
      </p:sp>
    </p:spTree>
    <p:extLst>
      <p:ext uri="{BB962C8B-B14F-4D97-AF65-F5344CB8AC3E}">
        <p14:creationId xmlns:p14="http://schemas.microsoft.com/office/powerpoint/2010/main" val="1128453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CA063-803A-61A7-C158-310B444EF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ED1FF-50B0-18A3-43CC-011BDC681A06}"/>
              </a:ext>
            </a:extLst>
          </p:cNvPr>
          <p:cNvSpPr>
            <a:spLocks noGrp="1"/>
          </p:cNvSpPr>
          <p:nvPr>
            <p:ph type="title"/>
          </p:nvPr>
        </p:nvSpPr>
        <p:spPr/>
        <p:txBody>
          <a:bodyPr/>
          <a:lstStyle/>
          <a:p>
            <a:r>
              <a:rPr lang="en-IN" dirty="0">
                <a:solidFill>
                  <a:schemeClr val="accent6">
                    <a:lumMod val="75000"/>
                  </a:schemeClr>
                </a:solidFill>
              </a:rPr>
              <a:t>H</a:t>
            </a:r>
            <a:r>
              <a:rPr lang="en-IN" dirty="0"/>
              <a:t>OW </a:t>
            </a:r>
            <a:r>
              <a:rPr lang="en-IN" dirty="0">
                <a:solidFill>
                  <a:schemeClr val="accent6">
                    <a:lumMod val="75000"/>
                  </a:schemeClr>
                </a:solidFill>
              </a:rPr>
              <a:t>NAS</a:t>
            </a:r>
            <a:r>
              <a:rPr lang="en-IN" dirty="0"/>
              <a:t> Works</a:t>
            </a:r>
          </a:p>
        </p:txBody>
      </p:sp>
      <p:graphicFrame>
        <p:nvGraphicFramePr>
          <p:cNvPr id="8" name="Diagram 7">
            <a:extLst>
              <a:ext uri="{FF2B5EF4-FFF2-40B4-BE49-F238E27FC236}">
                <a16:creationId xmlns:a16="http://schemas.microsoft.com/office/drawing/2014/main" id="{66FCE85E-6C78-F923-BB58-0DD3FE43020F}"/>
              </a:ext>
            </a:extLst>
          </p:cNvPr>
          <p:cNvGraphicFramePr/>
          <p:nvPr>
            <p:extLst>
              <p:ext uri="{D42A27DB-BD31-4B8C-83A1-F6EECF244321}">
                <p14:modId xmlns:p14="http://schemas.microsoft.com/office/powerpoint/2010/main" val="1979690248"/>
              </p:ext>
            </p:extLst>
          </p:nvPr>
        </p:nvGraphicFramePr>
        <p:xfrm>
          <a:off x="709317" y="1807215"/>
          <a:ext cx="10335803" cy="2356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Slide Number Placeholder 8">
            <a:extLst>
              <a:ext uri="{FF2B5EF4-FFF2-40B4-BE49-F238E27FC236}">
                <a16:creationId xmlns:a16="http://schemas.microsoft.com/office/drawing/2014/main" id="{6968DA5D-9292-268E-A2D9-6940946DABF2}"/>
              </a:ext>
            </a:extLst>
          </p:cNvPr>
          <p:cNvSpPr>
            <a:spLocks noGrp="1"/>
          </p:cNvSpPr>
          <p:nvPr>
            <p:ph type="sldNum" sz="quarter" idx="12"/>
          </p:nvPr>
        </p:nvSpPr>
        <p:spPr/>
        <p:txBody>
          <a:bodyPr/>
          <a:lstStyle/>
          <a:p>
            <a:fld id="{7537CCBC-7667-4F14-BBB6-38D85E00BC95}" type="slidenum">
              <a:rPr lang="en-IN" smtClean="0"/>
              <a:t>3</a:t>
            </a:fld>
            <a:endParaRPr lang="en-IN"/>
          </a:p>
        </p:txBody>
      </p:sp>
      <p:grpSp>
        <p:nvGrpSpPr>
          <p:cNvPr id="10" name="Group 9">
            <a:extLst>
              <a:ext uri="{FF2B5EF4-FFF2-40B4-BE49-F238E27FC236}">
                <a16:creationId xmlns:a16="http://schemas.microsoft.com/office/drawing/2014/main" id="{6EDC2909-64DD-FC36-8B55-DCAF4B61A53D}"/>
              </a:ext>
            </a:extLst>
          </p:cNvPr>
          <p:cNvGrpSpPr/>
          <p:nvPr/>
        </p:nvGrpSpPr>
        <p:grpSpPr>
          <a:xfrm>
            <a:off x="1780965" y="4472723"/>
            <a:ext cx="7852563" cy="1800061"/>
            <a:chOff x="681789" y="2529338"/>
            <a:chExt cx="10409233" cy="2517723"/>
          </a:xfrm>
        </p:grpSpPr>
        <p:grpSp>
          <p:nvGrpSpPr>
            <p:cNvPr id="11" name="Group 10">
              <a:extLst>
                <a:ext uri="{FF2B5EF4-FFF2-40B4-BE49-F238E27FC236}">
                  <a16:creationId xmlns:a16="http://schemas.microsoft.com/office/drawing/2014/main" id="{EFB0455C-0FC4-6365-1598-29FB05BF57CE}"/>
                </a:ext>
              </a:extLst>
            </p:cNvPr>
            <p:cNvGrpSpPr/>
            <p:nvPr/>
          </p:nvGrpSpPr>
          <p:grpSpPr>
            <a:xfrm>
              <a:off x="681789" y="2529338"/>
              <a:ext cx="10409233" cy="2010577"/>
              <a:chOff x="330956" y="2256623"/>
              <a:chExt cx="11660519" cy="2534807"/>
            </a:xfrm>
          </p:grpSpPr>
          <p:sp>
            <p:nvSpPr>
              <p:cNvPr id="13" name="Flowchart: Magnetic Disk 12">
                <a:extLst>
                  <a:ext uri="{FF2B5EF4-FFF2-40B4-BE49-F238E27FC236}">
                    <a16:creationId xmlns:a16="http://schemas.microsoft.com/office/drawing/2014/main" id="{B44C68FB-56EA-85AA-5A1B-AC8034E906AC}"/>
                  </a:ext>
                </a:extLst>
              </p:cNvPr>
              <p:cNvSpPr/>
              <p:nvPr/>
            </p:nvSpPr>
            <p:spPr>
              <a:xfrm>
                <a:off x="330956" y="3662760"/>
                <a:ext cx="1756610" cy="1080544"/>
              </a:xfrm>
              <a:prstGeom prst="flowChartMagneticDis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ln w="0"/>
                    <a:solidFill>
                      <a:schemeClr val="tx1"/>
                    </a:solidFill>
                    <a:effectLst>
                      <a:outerShdw blurRad="38100" dist="19050" dir="2700000" algn="tl" rotWithShape="0">
                        <a:schemeClr val="dk1">
                          <a:alpha val="40000"/>
                        </a:schemeClr>
                      </a:outerShdw>
                    </a:effectLst>
                  </a:rPr>
                  <a:t>Search Space</a:t>
                </a:r>
              </a:p>
            </p:txBody>
          </p:sp>
          <p:sp>
            <p:nvSpPr>
              <p:cNvPr id="14" name="Rectangle 13">
                <a:extLst>
                  <a:ext uri="{FF2B5EF4-FFF2-40B4-BE49-F238E27FC236}">
                    <a16:creationId xmlns:a16="http://schemas.microsoft.com/office/drawing/2014/main" id="{C7D28DFB-04E2-6716-ECCC-C44EB231A311}"/>
                  </a:ext>
                </a:extLst>
              </p:cNvPr>
              <p:cNvSpPr/>
              <p:nvPr/>
            </p:nvSpPr>
            <p:spPr>
              <a:xfrm>
                <a:off x="2943735" y="3617495"/>
                <a:ext cx="1612231" cy="11710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ln w="0"/>
                    <a:solidFill>
                      <a:schemeClr val="tx1"/>
                    </a:solidFill>
                    <a:effectLst>
                      <a:outerShdw blurRad="38100" dist="19050" dir="2700000" algn="tl" rotWithShape="0">
                        <a:schemeClr val="dk1">
                          <a:alpha val="40000"/>
                        </a:schemeClr>
                      </a:outerShdw>
                    </a:effectLst>
                  </a:rPr>
                  <a:t>Search method/ strategy</a:t>
                </a:r>
              </a:p>
            </p:txBody>
          </p:sp>
          <p:cxnSp>
            <p:nvCxnSpPr>
              <p:cNvPr id="15" name="Straight Arrow Connector 14">
                <a:extLst>
                  <a:ext uri="{FF2B5EF4-FFF2-40B4-BE49-F238E27FC236}">
                    <a16:creationId xmlns:a16="http://schemas.microsoft.com/office/drawing/2014/main" id="{70C65657-F075-DB59-77E4-6414CFDE35BB}"/>
                  </a:ext>
                </a:extLst>
              </p:cNvPr>
              <p:cNvCxnSpPr/>
              <p:nvPr/>
            </p:nvCxnSpPr>
            <p:spPr>
              <a:xfrm>
                <a:off x="2077461" y="3946359"/>
                <a:ext cx="86627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6537112C-B7F2-6AB9-44E2-AC2EF14C991C}"/>
                  </a:ext>
                </a:extLst>
              </p:cNvPr>
              <p:cNvCxnSpPr>
                <a:cxnSpLocks/>
              </p:cNvCxnSpPr>
              <p:nvPr/>
            </p:nvCxnSpPr>
            <p:spPr>
              <a:xfrm flipH="1">
                <a:off x="2087566" y="4443664"/>
                <a:ext cx="856169"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7" name="Flowchart: Alternate Process 16">
                <a:extLst>
                  <a:ext uri="{FF2B5EF4-FFF2-40B4-BE49-F238E27FC236}">
                    <a16:creationId xmlns:a16="http://schemas.microsoft.com/office/drawing/2014/main" id="{8CD5D97C-7FC7-9743-267C-07FE5A2F2137}"/>
                  </a:ext>
                </a:extLst>
              </p:cNvPr>
              <p:cNvSpPr/>
              <p:nvPr/>
            </p:nvSpPr>
            <p:spPr>
              <a:xfrm>
                <a:off x="4555966" y="2256623"/>
                <a:ext cx="1788695" cy="794085"/>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ln w="0"/>
                    <a:solidFill>
                      <a:schemeClr val="tx1"/>
                    </a:solidFill>
                    <a:effectLst>
                      <a:outerShdw blurRad="38100" dist="19050" dir="2700000" algn="tl" rotWithShape="0">
                        <a:schemeClr val="dk1">
                          <a:alpha val="40000"/>
                        </a:schemeClr>
                      </a:outerShdw>
                    </a:effectLst>
                  </a:rPr>
                  <a:t>Search Architecture</a:t>
                </a:r>
              </a:p>
            </p:txBody>
          </p:sp>
          <p:sp>
            <p:nvSpPr>
              <p:cNvPr id="18" name="Rectangle 17">
                <a:extLst>
                  <a:ext uri="{FF2B5EF4-FFF2-40B4-BE49-F238E27FC236}">
                    <a16:creationId xmlns:a16="http://schemas.microsoft.com/office/drawing/2014/main" id="{2C06E36B-5B12-E479-79E7-C53C24367E07}"/>
                  </a:ext>
                </a:extLst>
              </p:cNvPr>
              <p:cNvSpPr/>
              <p:nvPr/>
            </p:nvSpPr>
            <p:spPr>
              <a:xfrm>
                <a:off x="6986344" y="2259330"/>
                <a:ext cx="1612231" cy="7940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ln w="0"/>
                    <a:solidFill>
                      <a:schemeClr val="tx1"/>
                    </a:solidFill>
                    <a:effectLst>
                      <a:outerShdw blurRad="38100" dist="19050" dir="2700000" algn="tl" rotWithShape="0">
                        <a:schemeClr val="dk1">
                          <a:alpha val="40000"/>
                        </a:schemeClr>
                      </a:outerShdw>
                    </a:effectLst>
                  </a:rPr>
                  <a:t>Performance Evaluation</a:t>
                </a:r>
              </a:p>
            </p:txBody>
          </p:sp>
          <p:cxnSp>
            <p:nvCxnSpPr>
              <p:cNvPr id="19" name="Straight Arrow Connector 18">
                <a:extLst>
                  <a:ext uri="{FF2B5EF4-FFF2-40B4-BE49-F238E27FC236}">
                    <a16:creationId xmlns:a16="http://schemas.microsoft.com/office/drawing/2014/main" id="{4C51C28D-DEC3-84ED-3FCD-3D1946589C63}"/>
                  </a:ext>
                </a:extLst>
              </p:cNvPr>
              <p:cNvCxnSpPr>
                <a:cxnSpLocks/>
                <a:stCxn id="17" idx="3"/>
                <a:endCxn id="18" idx="1"/>
              </p:cNvCxnSpPr>
              <p:nvPr/>
            </p:nvCxnSpPr>
            <p:spPr>
              <a:xfrm>
                <a:off x="6344661" y="2653666"/>
                <a:ext cx="641683" cy="270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Connector: Elbow 19">
                <a:extLst>
                  <a:ext uri="{FF2B5EF4-FFF2-40B4-BE49-F238E27FC236}">
                    <a16:creationId xmlns:a16="http://schemas.microsoft.com/office/drawing/2014/main" id="{D79BBEEF-1890-58B9-5F04-AFC1A8DC3934}"/>
                  </a:ext>
                </a:extLst>
              </p:cNvPr>
              <p:cNvCxnSpPr>
                <a:cxnSpLocks/>
                <a:stCxn id="14" idx="0"/>
                <a:endCxn id="17" idx="1"/>
              </p:cNvCxnSpPr>
              <p:nvPr/>
            </p:nvCxnSpPr>
            <p:spPr>
              <a:xfrm rot="5400000" flipH="1" flipV="1">
                <a:off x="3670993" y="2732524"/>
                <a:ext cx="963830" cy="80611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Diamond 20">
                <a:extLst>
                  <a:ext uri="{FF2B5EF4-FFF2-40B4-BE49-F238E27FC236}">
                    <a16:creationId xmlns:a16="http://schemas.microsoft.com/office/drawing/2014/main" id="{BD1D27EA-B380-1FBA-A06F-685AB1B4DE77}"/>
                  </a:ext>
                </a:extLst>
              </p:cNvPr>
              <p:cNvSpPr/>
              <p:nvPr/>
            </p:nvSpPr>
            <p:spPr>
              <a:xfrm>
                <a:off x="6585292" y="3620358"/>
                <a:ext cx="2414337" cy="117107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ln w="0"/>
                    <a:solidFill>
                      <a:schemeClr val="tx1"/>
                    </a:solidFill>
                    <a:effectLst>
                      <a:outerShdw blurRad="38100" dist="19050" dir="2700000" algn="tl" rotWithShape="0">
                        <a:schemeClr val="dk1">
                          <a:alpha val="40000"/>
                        </a:schemeClr>
                      </a:outerShdw>
                    </a:effectLst>
                  </a:rPr>
                  <a:t>Good Enough</a:t>
                </a:r>
              </a:p>
            </p:txBody>
          </p:sp>
          <p:cxnSp>
            <p:nvCxnSpPr>
              <p:cNvPr id="22" name="Straight Arrow Connector 21">
                <a:extLst>
                  <a:ext uri="{FF2B5EF4-FFF2-40B4-BE49-F238E27FC236}">
                    <a16:creationId xmlns:a16="http://schemas.microsoft.com/office/drawing/2014/main" id="{FE31CEEA-D248-F817-9DA7-468045B2E5D2}"/>
                  </a:ext>
                </a:extLst>
              </p:cNvPr>
              <p:cNvCxnSpPr>
                <a:cxnSpLocks/>
                <a:stCxn id="18" idx="2"/>
                <a:endCxn id="21" idx="0"/>
              </p:cNvCxnSpPr>
              <p:nvPr/>
            </p:nvCxnSpPr>
            <p:spPr>
              <a:xfrm>
                <a:off x="7792460" y="3053415"/>
                <a:ext cx="1" cy="56694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3" name="Connector: Elbow 22">
                <a:extLst>
                  <a:ext uri="{FF2B5EF4-FFF2-40B4-BE49-F238E27FC236}">
                    <a16:creationId xmlns:a16="http://schemas.microsoft.com/office/drawing/2014/main" id="{BC51A790-4549-97D4-90A5-95EF5B8362EF}"/>
                  </a:ext>
                </a:extLst>
              </p:cNvPr>
              <p:cNvCxnSpPr>
                <a:cxnSpLocks/>
                <a:stCxn id="21" idx="2"/>
                <a:endCxn id="14" idx="2"/>
              </p:cNvCxnSpPr>
              <p:nvPr/>
            </p:nvCxnSpPr>
            <p:spPr>
              <a:xfrm rot="5400000" flipH="1">
                <a:off x="5769725" y="2768695"/>
                <a:ext cx="2861" cy="4042610"/>
              </a:xfrm>
              <a:prstGeom prst="bentConnector3">
                <a:avLst>
                  <a:gd name="adj1" fmla="val -2004561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DEA3F04C-A313-7FD2-F3FE-5BF86B9EFB9A}"/>
                  </a:ext>
                </a:extLst>
              </p:cNvPr>
              <p:cNvSpPr/>
              <p:nvPr/>
            </p:nvSpPr>
            <p:spPr>
              <a:xfrm>
                <a:off x="9830889" y="3617496"/>
                <a:ext cx="2160586" cy="11710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ln w="0"/>
                    <a:solidFill>
                      <a:schemeClr val="tx1"/>
                    </a:solidFill>
                    <a:effectLst>
                      <a:outerShdw blurRad="38100" dist="19050" dir="2700000" algn="tl" rotWithShape="0">
                        <a:schemeClr val="dk1">
                          <a:alpha val="40000"/>
                        </a:schemeClr>
                      </a:outerShdw>
                    </a:effectLst>
                  </a:rPr>
                  <a:t>Optimal Architecture</a:t>
                </a:r>
              </a:p>
            </p:txBody>
          </p:sp>
          <p:cxnSp>
            <p:nvCxnSpPr>
              <p:cNvPr id="25" name="Straight Arrow Connector 24">
                <a:extLst>
                  <a:ext uri="{FF2B5EF4-FFF2-40B4-BE49-F238E27FC236}">
                    <a16:creationId xmlns:a16="http://schemas.microsoft.com/office/drawing/2014/main" id="{435662A2-2310-CC27-66FE-8AFA29B0DEE7}"/>
                  </a:ext>
                </a:extLst>
              </p:cNvPr>
              <p:cNvCxnSpPr>
                <a:cxnSpLocks/>
                <a:stCxn id="21" idx="3"/>
                <a:endCxn id="24" idx="2"/>
              </p:cNvCxnSpPr>
              <p:nvPr/>
            </p:nvCxnSpPr>
            <p:spPr>
              <a:xfrm flipV="1">
                <a:off x="8999629" y="4203033"/>
                <a:ext cx="831260" cy="286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12" name="TextBox 11">
              <a:extLst>
                <a:ext uri="{FF2B5EF4-FFF2-40B4-BE49-F238E27FC236}">
                  <a16:creationId xmlns:a16="http://schemas.microsoft.com/office/drawing/2014/main" id="{0A01F568-4A11-08B8-0491-036F920A02B3}"/>
                </a:ext>
              </a:extLst>
            </p:cNvPr>
            <p:cNvSpPr txBox="1"/>
            <p:nvPr/>
          </p:nvSpPr>
          <p:spPr>
            <a:xfrm>
              <a:off x="5455286" y="4681150"/>
              <a:ext cx="529528" cy="365911"/>
            </a:xfrm>
            <a:prstGeom prst="rect">
              <a:avLst/>
            </a:prstGeom>
            <a:noFill/>
          </p:spPr>
          <p:txBody>
            <a:bodyPr wrap="none" rtlCol="0">
              <a:spAutoFit/>
            </a:bodyPr>
            <a:lstStyle/>
            <a:p>
              <a:r>
                <a:rPr lang="en-IN" sz="1100" dirty="0">
                  <a:ln w="0"/>
                  <a:solidFill>
                    <a:schemeClr val="accent1"/>
                  </a:solidFill>
                  <a:effectLst>
                    <a:outerShdw blurRad="38100" dist="25400" dir="5400000" algn="ctr" rotWithShape="0">
                      <a:srgbClr val="6E747A">
                        <a:alpha val="43000"/>
                      </a:srgbClr>
                    </a:outerShdw>
                  </a:effectLst>
                </a:rPr>
                <a:t>NO</a:t>
              </a:r>
              <a:endParaRPr lang="en-IN" sz="1200" dirty="0">
                <a:ln w="0"/>
                <a:solidFill>
                  <a:schemeClr val="accent1"/>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3869139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7A4D1-EE17-3546-BF14-5903EC526947}"/>
              </a:ext>
            </a:extLst>
          </p:cNvPr>
          <p:cNvSpPr>
            <a:spLocks noGrp="1"/>
          </p:cNvSpPr>
          <p:nvPr>
            <p:ph type="title"/>
          </p:nvPr>
        </p:nvSpPr>
        <p:spPr/>
        <p:txBody>
          <a:bodyPr/>
          <a:lstStyle/>
          <a:p>
            <a:r>
              <a:rPr lang="en-IN" dirty="0">
                <a:solidFill>
                  <a:schemeClr val="accent6">
                    <a:lumMod val="75000"/>
                  </a:schemeClr>
                </a:solidFill>
              </a:rPr>
              <a:t>NAS</a:t>
            </a:r>
            <a:r>
              <a:rPr lang="en-IN" dirty="0"/>
              <a:t> Equation</a:t>
            </a:r>
          </a:p>
        </p:txBody>
      </p:sp>
      <p:sp>
        <p:nvSpPr>
          <p:cNvPr id="4" name="Slide Number Placeholder 3">
            <a:extLst>
              <a:ext uri="{FF2B5EF4-FFF2-40B4-BE49-F238E27FC236}">
                <a16:creationId xmlns:a16="http://schemas.microsoft.com/office/drawing/2014/main" id="{9F2D1DC1-A749-E473-7C9F-63DACBC9FC38}"/>
              </a:ext>
            </a:extLst>
          </p:cNvPr>
          <p:cNvSpPr>
            <a:spLocks noGrp="1"/>
          </p:cNvSpPr>
          <p:nvPr>
            <p:ph type="sldNum" sz="quarter" idx="12"/>
          </p:nvPr>
        </p:nvSpPr>
        <p:spPr/>
        <p:txBody>
          <a:bodyPr/>
          <a:lstStyle/>
          <a:p>
            <a:fld id="{7537CCBC-7667-4F14-BBB6-38D85E00BC95}" type="slidenum">
              <a:rPr lang="en-IN" smtClean="0"/>
              <a:t>4</a:t>
            </a:fld>
            <a:endParaRPr lang="en-IN"/>
          </a:p>
        </p:txBody>
      </p:sp>
      <p:pic>
        <p:nvPicPr>
          <p:cNvPr id="5" name="Picture 4">
            <a:extLst>
              <a:ext uri="{FF2B5EF4-FFF2-40B4-BE49-F238E27FC236}">
                <a16:creationId xmlns:a16="http://schemas.microsoft.com/office/drawing/2014/main" id="{3A812065-4313-8246-E994-072AEDF432B0}"/>
              </a:ext>
            </a:extLst>
          </p:cNvPr>
          <p:cNvPicPr>
            <a:picLocks noChangeAspect="1"/>
          </p:cNvPicPr>
          <p:nvPr/>
        </p:nvPicPr>
        <p:blipFill>
          <a:blip r:embed="rId2">
            <a:extLst>
              <a:ext uri="{28A0092B-C50C-407E-A947-70E740481C1C}">
                <a14:useLocalDpi xmlns:a14="http://schemas.microsoft.com/office/drawing/2010/main" val="0"/>
              </a:ext>
            </a:extLst>
          </a:blip>
          <a:srcRect t="55612"/>
          <a:stretch>
            <a:fillRect/>
          </a:stretch>
        </p:blipFill>
        <p:spPr>
          <a:xfrm>
            <a:off x="879163" y="2961861"/>
            <a:ext cx="10433673" cy="1483717"/>
          </a:xfrm>
          <a:prstGeom prst="rect">
            <a:avLst/>
          </a:prstGeom>
        </p:spPr>
      </p:pic>
    </p:spTree>
    <p:extLst>
      <p:ext uri="{BB962C8B-B14F-4D97-AF65-F5344CB8AC3E}">
        <p14:creationId xmlns:p14="http://schemas.microsoft.com/office/powerpoint/2010/main" val="2253889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028C-7BC7-0814-5A2C-1D858F716B08}"/>
              </a:ext>
            </a:extLst>
          </p:cNvPr>
          <p:cNvSpPr>
            <a:spLocks noGrp="1"/>
          </p:cNvSpPr>
          <p:nvPr>
            <p:ph type="title"/>
          </p:nvPr>
        </p:nvSpPr>
        <p:spPr/>
        <p:txBody>
          <a:bodyPr/>
          <a:lstStyle/>
          <a:p>
            <a:r>
              <a:rPr lang="en-IN" dirty="0"/>
              <a:t>Why </a:t>
            </a:r>
            <a:r>
              <a:rPr lang="en-IN" dirty="0">
                <a:solidFill>
                  <a:schemeClr val="accent6">
                    <a:lumMod val="75000"/>
                  </a:schemeClr>
                </a:solidFill>
              </a:rPr>
              <a:t>NAS</a:t>
            </a:r>
            <a:r>
              <a:rPr lang="en-IN" dirty="0"/>
              <a:t>?</a:t>
            </a:r>
          </a:p>
        </p:txBody>
      </p:sp>
      <p:sp>
        <p:nvSpPr>
          <p:cNvPr id="4" name="Slide Number Placeholder 3">
            <a:extLst>
              <a:ext uri="{FF2B5EF4-FFF2-40B4-BE49-F238E27FC236}">
                <a16:creationId xmlns:a16="http://schemas.microsoft.com/office/drawing/2014/main" id="{DC5A1E51-56AA-3C95-9502-5A5BFCE1B02E}"/>
              </a:ext>
            </a:extLst>
          </p:cNvPr>
          <p:cNvSpPr>
            <a:spLocks noGrp="1"/>
          </p:cNvSpPr>
          <p:nvPr>
            <p:ph type="sldNum" sz="quarter" idx="12"/>
          </p:nvPr>
        </p:nvSpPr>
        <p:spPr/>
        <p:txBody>
          <a:bodyPr/>
          <a:lstStyle/>
          <a:p>
            <a:fld id="{7537CCBC-7667-4F14-BBB6-38D85E00BC95}" type="slidenum">
              <a:rPr lang="en-IN" smtClean="0"/>
              <a:t>5</a:t>
            </a:fld>
            <a:endParaRPr lang="en-IN"/>
          </a:p>
        </p:txBody>
      </p:sp>
      <p:pic>
        <p:nvPicPr>
          <p:cNvPr id="7" name="Picture 6">
            <a:extLst>
              <a:ext uri="{FF2B5EF4-FFF2-40B4-BE49-F238E27FC236}">
                <a16:creationId xmlns:a16="http://schemas.microsoft.com/office/drawing/2014/main" id="{DBF0292B-8F81-3320-24B2-E3C21CD4949D}"/>
              </a:ext>
            </a:extLst>
          </p:cNvPr>
          <p:cNvPicPr>
            <a:picLocks noChangeAspect="1"/>
          </p:cNvPicPr>
          <p:nvPr/>
        </p:nvPicPr>
        <p:blipFill>
          <a:blip r:embed="rId3">
            <a:extLst>
              <a:ext uri="{28A0092B-C50C-407E-A947-70E740481C1C}">
                <a14:useLocalDpi xmlns:a14="http://schemas.microsoft.com/office/drawing/2010/main" val="0"/>
              </a:ext>
            </a:extLst>
          </a:blip>
          <a:srcRect t="11338"/>
          <a:stretch>
            <a:fillRect/>
          </a:stretch>
        </p:blipFill>
        <p:spPr>
          <a:xfrm>
            <a:off x="6931140" y="2541081"/>
            <a:ext cx="3660309" cy="3245312"/>
          </a:xfrm>
          <a:prstGeom prst="rect">
            <a:avLst/>
          </a:prstGeom>
        </p:spPr>
      </p:pic>
      <p:graphicFrame>
        <p:nvGraphicFramePr>
          <p:cNvPr id="8" name="Diagram 7">
            <a:extLst>
              <a:ext uri="{FF2B5EF4-FFF2-40B4-BE49-F238E27FC236}">
                <a16:creationId xmlns:a16="http://schemas.microsoft.com/office/drawing/2014/main" id="{18C5639F-6CAE-29E0-862F-3F33C5C89888}"/>
              </a:ext>
            </a:extLst>
          </p:cNvPr>
          <p:cNvGraphicFramePr/>
          <p:nvPr>
            <p:extLst>
              <p:ext uri="{D42A27DB-BD31-4B8C-83A1-F6EECF244321}">
                <p14:modId xmlns:p14="http://schemas.microsoft.com/office/powerpoint/2010/main" val="180048983"/>
              </p:ext>
            </p:extLst>
          </p:nvPr>
        </p:nvGraphicFramePr>
        <p:xfrm>
          <a:off x="-434848" y="1954107"/>
          <a:ext cx="7524835" cy="44192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8321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6"/>
                </a:solidFill>
              </a:rPr>
              <a:t>S</a:t>
            </a:r>
            <a:r>
              <a:rPr dirty="0"/>
              <a:t>earch Space Design</a:t>
            </a:r>
          </a:p>
        </p:txBody>
      </p:sp>
      <p:graphicFrame>
        <p:nvGraphicFramePr>
          <p:cNvPr id="5" name="Table 4">
            <a:extLst>
              <a:ext uri="{FF2B5EF4-FFF2-40B4-BE49-F238E27FC236}">
                <a16:creationId xmlns:a16="http://schemas.microsoft.com/office/drawing/2014/main" id="{3301EF92-AFD5-30ED-C1BF-01DC23CD44A3}"/>
              </a:ext>
            </a:extLst>
          </p:cNvPr>
          <p:cNvGraphicFramePr>
            <a:graphicFrameLocks noGrp="1"/>
          </p:cNvGraphicFramePr>
          <p:nvPr>
            <p:extLst>
              <p:ext uri="{D42A27DB-BD31-4B8C-83A1-F6EECF244321}">
                <p14:modId xmlns:p14="http://schemas.microsoft.com/office/powerpoint/2010/main" val="3222127972"/>
              </p:ext>
            </p:extLst>
          </p:nvPr>
        </p:nvGraphicFramePr>
        <p:xfrm>
          <a:off x="5416827" y="2127074"/>
          <a:ext cx="6003234" cy="3936913"/>
        </p:xfrm>
        <a:graphic>
          <a:graphicData uri="http://schemas.openxmlformats.org/drawingml/2006/table">
            <a:tbl>
              <a:tblPr firstRow="1">
                <a:tableStyleId>{68D230F3-CF80-4859-8CE7-A43EE81993B5}</a:tableStyleId>
              </a:tblPr>
              <a:tblGrid>
                <a:gridCol w="1498970">
                  <a:extLst>
                    <a:ext uri="{9D8B030D-6E8A-4147-A177-3AD203B41FA5}">
                      <a16:colId xmlns:a16="http://schemas.microsoft.com/office/drawing/2014/main" val="899297769"/>
                    </a:ext>
                  </a:extLst>
                </a:gridCol>
                <a:gridCol w="3110365">
                  <a:extLst>
                    <a:ext uri="{9D8B030D-6E8A-4147-A177-3AD203B41FA5}">
                      <a16:colId xmlns:a16="http://schemas.microsoft.com/office/drawing/2014/main" val="4067854504"/>
                    </a:ext>
                  </a:extLst>
                </a:gridCol>
                <a:gridCol w="1393899">
                  <a:extLst>
                    <a:ext uri="{9D8B030D-6E8A-4147-A177-3AD203B41FA5}">
                      <a16:colId xmlns:a16="http://schemas.microsoft.com/office/drawing/2014/main" val="168754644"/>
                    </a:ext>
                  </a:extLst>
                </a:gridCol>
              </a:tblGrid>
              <a:tr h="500792">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Search Space Type</a:t>
                      </a:r>
                    </a:p>
                  </a:txBody>
                  <a:tcPr anchor="ctr"/>
                </a:tc>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Description</a:t>
                      </a:r>
                    </a:p>
                  </a:txBody>
                  <a:tcPr anchor="ctr"/>
                </a:tc>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Example</a:t>
                      </a:r>
                    </a:p>
                  </a:txBody>
                  <a:tcPr anchor="ctr"/>
                </a:tc>
                <a:extLst>
                  <a:ext uri="{0D108BD9-81ED-4DB2-BD59-A6C34878D82A}">
                    <a16:rowId xmlns:a16="http://schemas.microsoft.com/office/drawing/2014/main" val="1255302884"/>
                  </a:ext>
                </a:extLst>
              </a:tr>
              <a:tr h="784827">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Global Search Space</a:t>
                      </a:r>
                    </a:p>
                  </a:txBody>
                  <a:tcPr anchor="ctr"/>
                </a:tc>
                <a:tc>
                  <a:txBody>
                    <a:bodyPr/>
                    <a:lstStyle/>
                    <a:p>
                      <a:pPr>
                        <a:buNone/>
                      </a:pPr>
                      <a:r>
                        <a:rPr lang="en-US" sz="1200" b="0" dirty="0">
                          <a:latin typeface="Calibri" panose="020F0502020204030204" pitchFamily="34" charset="0"/>
                          <a:ea typeface="Calibri" panose="020F0502020204030204" pitchFamily="34" charset="0"/>
                          <a:cs typeface="Calibri" panose="020F0502020204030204" pitchFamily="34" charset="0"/>
                        </a:rPr>
                        <a:t>NAS can modify the entire architecture (input to output).</a:t>
                      </a:r>
                    </a:p>
                  </a:txBody>
                  <a:tcPr anchor="ctr"/>
                </a:tc>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Early </a:t>
                      </a:r>
                      <a:r>
                        <a:rPr lang="en-IN" sz="1200" b="0" dirty="0" err="1">
                          <a:latin typeface="Calibri" panose="020F0502020204030204" pitchFamily="34" charset="0"/>
                          <a:ea typeface="Calibri" panose="020F0502020204030204" pitchFamily="34" charset="0"/>
                          <a:cs typeface="Calibri" panose="020F0502020204030204" pitchFamily="34" charset="0"/>
                        </a:rPr>
                        <a:t>NASNet</a:t>
                      </a:r>
                      <a:r>
                        <a:rPr lang="en-IN" sz="1200" b="0" dirty="0">
                          <a:latin typeface="Calibri" panose="020F0502020204030204" pitchFamily="34" charset="0"/>
                          <a:ea typeface="Calibri" panose="020F0502020204030204" pitchFamily="34" charset="0"/>
                          <a:cs typeface="Calibri" panose="020F0502020204030204" pitchFamily="34" charset="0"/>
                        </a:rPr>
                        <a:t> (2017)</a:t>
                      </a:r>
                    </a:p>
                  </a:txBody>
                  <a:tcPr anchor="ctr"/>
                </a:tc>
                <a:extLst>
                  <a:ext uri="{0D108BD9-81ED-4DB2-BD59-A6C34878D82A}">
                    <a16:rowId xmlns:a16="http://schemas.microsoft.com/office/drawing/2014/main" val="1369759232"/>
                  </a:ext>
                </a:extLst>
              </a:tr>
              <a:tr h="1004581">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Cell-based Search Space</a:t>
                      </a:r>
                    </a:p>
                  </a:txBody>
                  <a:tcPr anchor="ctr"/>
                </a:tc>
                <a:tc>
                  <a:txBody>
                    <a:bodyPr/>
                    <a:lstStyle/>
                    <a:p>
                      <a:pPr>
                        <a:buNone/>
                      </a:pPr>
                      <a:r>
                        <a:rPr lang="en-US" sz="1200" b="0">
                          <a:latin typeface="Calibri" panose="020F0502020204030204" pitchFamily="34" charset="0"/>
                          <a:ea typeface="Calibri" panose="020F0502020204030204" pitchFamily="34" charset="0"/>
                          <a:cs typeface="Calibri" panose="020F0502020204030204" pitchFamily="34" charset="0"/>
                        </a:rPr>
                        <a:t>NAS finds the best cell/block structure and repeats it to build the full model.</a:t>
                      </a:r>
                    </a:p>
                  </a:txBody>
                  <a:tcPr anchor="ctr"/>
                </a:tc>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ENAS, DARTS</a:t>
                      </a:r>
                    </a:p>
                  </a:txBody>
                  <a:tcPr anchor="ctr"/>
                </a:tc>
                <a:extLst>
                  <a:ext uri="{0D108BD9-81ED-4DB2-BD59-A6C34878D82A}">
                    <a16:rowId xmlns:a16="http://schemas.microsoft.com/office/drawing/2014/main" val="3228920895"/>
                  </a:ext>
                </a:extLst>
              </a:tr>
              <a:tr h="642132">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Hierarchical Search Space</a:t>
                      </a:r>
                    </a:p>
                  </a:txBody>
                  <a:tcPr anchor="ctr"/>
                </a:tc>
                <a:tc>
                  <a:txBody>
                    <a:bodyPr/>
                    <a:lstStyle/>
                    <a:p>
                      <a:pPr>
                        <a:buNone/>
                      </a:pPr>
                      <a:r>
                        <a:rPr lang="en-US" sz="1200" b="0">
                          <a:latin typeface="Calibri" panose="020F0502020204030204" pitchFamily="34" charset="0"/>
                          <a:ea typeface="Calibri" panose="020F0502020204030204" pitchFamily="34" charset="0"/>
                          <a:cs typeface="Calibri" panose="020F0502020204030204" pitchFamily="34" charset="0"/>
                        </a:rPr>
                        <a:t>Combines cells into higher-level modules.</a:t>
                      </a:r>
                    </a:p>
                  </a:txBody>
                  <a:tcPr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NASNet, EfficientNet</a:t>
                      </a:r>
                    </a:p>
                  </a:txBody>
                  <a:tcPr anchor="ctr"/>
                </a:tc>
                <a:extLst>
                  <a:ext uri="{0D108BD9-81ED-4DB2-BD59-A6C34878D82A}">
                    <a16:rowId xmlns:a16="http://schemas.microsoft.com/office/drawing/2014/main" val="2207939215"/>
                  </a:ext>
                </a:extLst>
              </a:tr>
              <a:tr h="1004581">
                <a:tc>
                  <a:txBody>
                    <a:bodyPr/>
                    <a:lstStyle/>
                    <a:p>
                      <a:pPr>
                        <a:buNone/>
                      </a:pPr>
                      <a:r>
                        <a:rPr lang="en-US" sz="1200" b="0">
                          <a:latin typeface="Calibri" panose="020F0502020204030204" pitchFamily="34" charset="0"/>
                          <a:ea typeface="Calibri" panose="020F0502020204030204" pitchFamily="34" charset="0"/>
                          <a:cs typeface="Calibri" panose="020F0502020204030204" pitchFamily="34" charset="0"/>
                        </a:rPr>
                        <a:t>Macro vs Micro Search Space</a:t>
                      </a:r>
                    </a:p>
                  </a:txBody>
                  <a:tcPr anchor="ctr"/>
                </a:tc>
                <a:tc>
                  <a:txBody>
                    <a:bodyPr/>
                    <a:lstStyle/>
                    <a:p>
                      <a:pPr>
                        <a:buNone/>
                      </a:pPr>
                      <a:r>
                        <a:rPr lang="en-US" sz="1200" b="0" dirty="0">
                          <a:latin typeface="Calibri" panose="020F0502020204030204" pitchFamily="34" charset="0"/>
                          <a:ea typeface="Calibri" panose="020F0502020204030204" pitchFamily="34" charset="0"/>
                          <a:cs typeface="Calibri" panose="020F0502020204030204" pitchFamily="34" charset="0"/>
                        </a:rPr>
                        <a:t>Macro: overall network topology. Micro: inner structure of a repeating cell.</a:t>
                      </a:r>
                    </a:p>
                  </a:txBody>
                  <a:tcPr anchor="ctr"/>
                </a:tc>
                <a:tc>
                  <a:txBody>
                    <a:bodyPr/>
                    <a:lstStyle/>
                    <a:p>
                      <a:pPr>
                        <a:buNone/>
                      </a:pPr>
                      <a:r>
                        <a:rPr lang="en-IN" sz="1200" b="0" dirty="0" err="1">
                          <a:latin typeface="Calibri" panose="020F0502020204030204" pitchFamily="34" charset="0"/>
                          <a:ea typeface="Calibri" panose="020F0502020204030204" pitchFamily="34" charset="0"/>
                          <a:cs typeface="Calibri" panose="020F0502020204030204" pitchFamily="34" charset="0"/>
                        </a:rPr>
                        <a:t>EfficientNet</a:t>
                      </a:r>
                      <a:r>
                        <a:rPr lang="en-IN" sz="1200" b="0" dirty="0">
                          <a:latin typeface="Calibri" panose="020F0502020204030204" pitchFamily="34" charset="0"/>
                          <a:ea typeface="Calibri" panose="020F0502020204030204" pitchFamily="34" charset="0"/>
                          <a:cs typeface="Calibri" panose="020F0502020204030204" pitchFamily="34" charset="0"/>
                        </a:rPr>
                        <a:t> (micro)</a:t>
                      </a:r>
                    </a:p>
                  </a:txBody>
                  <a:tcPr anchor="ctr"/>
                </a:tc>
                <a:extLst>
                  <a:ext uri="{0D108BD9-81ED-4DB2-BD59-A6C34878D82A}">
                    <a16:rowId xmlns:a16="http://schemas.microsoft.com/office/drawing/2014/main" val="3027735473"/>
                  </a:ext>
                </a:extLst>
              </a:tr>
            </a:tbl>
          </a:graphicData>
        </a:graphic>
      </p:graphicFrame>
      <p:sp>
        <p:nvSpPr>
          <p:cNvPr id="8" name="Rectangle: Rounded Corners 7">
            <a:extLst>
              <a:ext uri="{FF2B5EF4-FFF2-40B4-BE49-F238E27FC236}">
                <a16:creationId xmlns:a16="http://schemas.microsoft.com/office/drawing/2014/main" id="{44C75831-9DE4-8E61-AF98-E673A7CB4329}"/>
              </a:ext>
            </a:extLst>
          </p:cNvPr>
          <p:cNvSpPr/>
          <p:nvPr/>
        </p:nvSpPr>
        <p:spPr>
          <a:xfrm>
            <a:off x="771940" y="1976365"/>
            <a:ext cx="3959086" cy="404005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Clr>
                <a:schemeClr val="accent6">
                  <a:lumMod val="75000"/>
                </a:schemeClr>
              </a:buCl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The search space specifies which components the NAS algorithm can vary:</a:t>
            </a:r>
          </a:p>
          <a:p>
            <a:pPr marL="285750" indent="-285750">
              <a:lnSpc>
                <a:spcPct val="150000"/>
              </a:lnSpc>
              <a:buClr>
                <a:schemeClr val="accent6">
                  <a:lumMod val="75000"/>
                </a:schemeClr>
              </a:buClr>
              <a:buFont typeface="Wingdings" panose="05000000000000000000" pitchFamily="2" charset="2"/>
              <a:buChar char="§"/>
            </a:pPr>
            <a:endPar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Layer type - Conv2D, LSTM, Transformer, Dense</a:t>
            </a: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Number of layers - </a:t>
            </a: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Depth of the network (e.g., 5–50 layers)</a:t>
            </a: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Kernel size/ filter size - 3×3, 5×5, 7×7</a:t>
            </a: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Activation function - </a:t>
            </a:r>
            <a:r>
              <a:rPr lang="en-IN" sz="1200" dirty="0" err="1">
                <a:solidFill>
                  <a:schemeClr val="tx1"/>
                </a:solidFill>
                <a:latin typeface="Calibri" panose="020F0502020204030204" pitchFamily="34" charset="0"/>
                <a:ea typeface="Calibri" panose="020F0502020204030204" pitchFamily="34" charset="0"/>
                <a:cs typeface="Calibri" panose="020F0502020204030204" pitchFamily="34" charset="0"/>
              </a:rPr>
              <a:t>ReLU</a:t>
            </a: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 GELU, Tanh, Sigmoid</a:t>
            </a: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Connections - Skip connections, residual links</a:t>
            </a: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Pooling type - </a:t>
            </a:r>
            <a:r>
              <a:rPr lang="en-IN" sz="1200" dirty="0" err="1">
                <a:solidFill>
                  <a:schemeClr val="tx1"/>
                </a:solidFill>
                <a:latin typeface="Calibri" panose="020F0502020204030204" pitchFamily="34" charset="0"/>
                <a:ea typeface="Calibri" panose="020F0502020204030204" pitchFamily="34" charset="0"/>
                <a:cs typeface="Calibri" panose="020F0502020204030204" pitchFamily="34" charset="0"/>
              </a:rPr>
              <a:t>MaxPool</a:t>
            </a: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1200" dirty="0" err="1">
                <a:solidFill>
                  <a:schemeClr val="tx1"/>
                </a:solidFill>
                <a:latin typeface="Calibri" panose="020F0502020204030204" pitchFamily="34" charset="0"/>
                <a:ea typeface="Calibri" panose="020F0502020204030204" pitchFamily="34" charset="0"/>
                <a:cs typeface="Calibri" panose="020F0502020204030204" pitchFamily="34" charset="0"/>
              </a:rPr>
              <a:t>AvgPool</a:t>
            </a: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1200" dirty="0" err="1">
                <a:solidFill>
                  <a:schemeClr val="tx1"/>
                </a:solidFill>
                <a:latin typeface="Calibri" panose="020F0502020204030204" pitchFamily="34" charset="0"/>
                <a:ea typeface="Calibri" panose="020F0502020204030204" pitchFamily="34" charset="0"/>
                <a:cs typeface="Calibri" panose="020F0502020204030204" pitchFamily="34" charset="0"/>
              </a:rPr>
              <a:t>GlobalPool</a:t>
            </a:r>
            <a:endPar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Width/channels - 32, 64, 128 filters</a:t>
            </a:r>
          </a:p>
          <a:p>
            <a:pPr marL="285750" indent="-285750">
              <a:lnSpc>
                <a:spcPct val="150000"/>
              </a:lnSpc>
              <a:buClr>
                <a:schemeClr val="accent6">
                  <a:lumMod val="75000"/>
                </a:schemeClr>
              </a:buClr>
              <a:buFont typeface="Wingdings" panose="05000000000000000000" pitchFamily="2" charset="2"/>
              <a:buChar char="§"/>
            </a:pP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Normalization - </a:t>
            </a:r>
            <a:r>
              <a:rPr lang="en-IN" sz="1200" dirty="0" err="1">
                <a:solidFill>
                  <a:schemeClr val="tx1"/>
                </a:solidFill>
                <a:latin typeface="Calibri" panose="020F0502020204030204" pitchFamily="34" charset="0"/>
                <a:ea typeface="Calibri" panose="020F0502020204030204" pitchFamily="34" charset="0"/>
                <a:cs typeface="Calibri" panose="020F0502020204030204" pitchFamily="34" charset="0"/>
              </a:rPr>
              <a:t>BatchNorm</a:t>
            </a:r>
            <a:r>
              <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1200" dirty="0" err="1">
                <a:solidFill>
                  <a:schemeClr val="tx1"/>
                </a:solidFill>
                <a:latin typeface="Calibri" panose="020F0502020204030204" pitchFamily="34" charset="0"/>
                <a:ea typeface="Calibri" panose="020F0502020204030204" pitchFamily="34" charset="0"/>
                <a:cs typeface="Calibri" panose="020F0502020204030204" pitchFamily="34" charset="0"/>
              </a:rPr>
              <a:t>LayerNorm</a:t>
            </a:r>
            <a:endPar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6">
                    <a:lumMod val="75000"/>
                  </a:schemeClr>
                </a:solidFill>
              </a:rPr>
              <a:t>S</a:t>
            </a:r>
            <a:r>
              <a:rPr dirty="0"/>
              <a:t>earch Strategies</a:t>
            </a:r>
          </a:p>
        </p:txBody>
      </p:sp>
      <p:graphicFrame>
        <p:nvGraphicFramePr>
          <p:cNvPr id="4" name="Table 3">
            <a:extLst>
              <a:ext uri="{FF2B5EF4-FFF2-40B4-BE49-F238E27FC236}">
                <a16:creationId xmlns:a16="http://schemas.microsoft.com/office/drawing/2014/main" id="{F6C902B5-C97E-4582-5581-80C014F26153}"/>
              </a:ext>
            </a:extLst>
          </p:cNvPr>
          <p:cNvGraphicFramePr>
            <a:graphicFrameLocks noGrp="1"/>
          </p:cNvGraphicFramePr>
          <p:nvPr>
            <p:extLst>
              <p:ext uri="{D42A27DB-BD31-4B8C-83A1-F6EECF244321}">
                <p14:modId xmlns:p14="http://schemas.microsoft.com/office/powerpoint/2010/main" val="3930276821"/>
              </p:ext>
            </p:extLst>
          </p:nvPr>
        </p:nvGraphicFramePr>
        <p:xfrm>
          <a:off x="1272472" y="1918252"/>
          <a:ext cx="8378423" cy="4293175"/>
        </p:xfrm>
        <a:graphic>
          <a:graphicData uri="http://schemas.openxmlformats.org/drawingml/2006/table">
            <a:tbl>
              <a:tblPr firstRow="1">
                <a:tableStyleId>{68D230F3-CF80-4859-8CE7-A43EE81993B5}</a:tableStyleId>
              </a:tblPr>
              <a:tblGrid>
                <a:gridCol w="1675685">
                  <a:extLst>
                    <a:ext uri="{9D8B030D-6E8A-4147-A177-3AD203B41FA5}">
                      <a16:colId xmlns:a16="http://schemas.microsoft.com/office/drawing/2014/main" val="1030586860"/>
                    </a:ext>
                  </a:extLst>
                </a:gridCol>
                <a:gridCol w="2395341">
                  <a:extLst>
                    <a:ext uri="{9D8B030D-6E8A-4147-A177-3AD203B41FA5}">
                      <a16:colId xmlns:a16="http://schemas.microsoft.com/office/drawing/2014/main" val="4019664463"/>
                    </a:ext>
                  </a:extLst>
                </a:gridCol>
                <a:gridCol w="1375383">
                  <a:extLst>
                    <a:ext uri="{9D8B030D-6E8A-4147-A177-3AD203B41FA5}">
                      <a16:colId xmlns:a16="http://schemas.microsoft.com/office/drawing/2014/main" val="2222696941"/>
                    </a:ext>
                  </a:extLst>
                </a:gridCol>
                <a:gridCol w="1588619">
                  <a:extLst>
                    <a:ext uri="{9D8B030D-6E8A-4147-A177-3AD203B41FA5}">
                      <a16:colId xmlns:a16="http://schemas.microsoft.com/office/drawing/2014/main" val="2436691606"/>
                    </a:ext>
                  </a:extLst>
                </a:gridCol>
                <a:gridCol w="1343395">
                  <a:extLst>
                    <a:ext uri="{9D8B030D-6E8A-4147-A177-3AD203B41FA5}">
                      <a16:colId xmlns:a16="http://schemas.microsoft.com/office/drawing/2014/main" val="2033702620"/>
                    </a:ext>
                  </a:extLst>
                </a:gridCol>
              </a:tblGrid>
              <a:tr h="391588">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Strategy</a:t>
                      </a:r>
                    </a:p>
                  </a:txBody>
                  <a:tcPr marL="66415" marR="66415" marT="33207" marB="33207" anchor="ctr">
                    <a:noFill/>
                  </a:tcPr>
                </a:tc>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Key Idea</a:t>
                      </a:r>
                    </a:p>
                  </a:txBody>
                  <a:tcPr marL="66415" marR="66415" marT="33207" marB="33207" anchor="ctr">
                    <a:noFill/>
                  </a:tcPr>
                </a:tc>
                <a:tc>
                  <a:txBody>
                    <a:bodyPr/>
                    <a:lstStyle/>
                    <a:p>
                      <a:pPr>
                        <a:buNone/>
                      </a:pPr>
                      <a:r>
                        <a:rPr lang="en-IN" sz="1400" b="1">
                          <a:latin typeface="Calibri" panose="020F0502020204030204" pitchFamily="34" charset="0"/>
                          <a:ea typeface="Calibri" panose="020F0502020204030204" pitchFamily="34" charset="0"/>
                          <a:cs typeface="Calibri" panose="020F0502020204030204" pitchFamily="34" charset="0"/>
                        </a:rPr>
                        <a:t>Example</a:t>
                      </a:r>
                    </a:p>
                  </a:txBody>
                  <a:tcPr marL="66415" marR="66415" marT="33207" marB="33207" anchor="ctr">
                    <a:noFill/>
                  </a:tcP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Pros</a:t>
                      </a:r>
                    </a:p>
                  </a:txBody>
                  <a:tcPr marL="66415" marR="66415" marT="33207" marB="33207" anchor="ctr">
                    <a:noFill/>
                  </a:tcPr>
                </a:tc>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Cons</a:t>
                      </a:r>
                    </a:p>
                  </a:txBody>
                  <a:tcPr marL="66415" marR="66415" marT="33207" marB="33207" anchor="ctr">
                    <a:noFill/>
                  </a:tcPr>
                </a:tc>
                <a:extLst>
                  <a:ext uri="{0D108BD9-81ED-4DB2-BD59-A6C34878D82A}">
                    <a16:rowId xmlns:a16="http://schemas.microsoft.com/office/drawing/2014/main" val="3041752410"/>
                  </a:ext>
                </a:extLst>
              </a:tr>
              <a:tr h="684489">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Reinforcement Learning</a:t>
                      </a:r>
                    </a:p>
                  </a:txBody>
                  <a:tcPr marL="66415" marR="66415" marT="33207" marB="33207" anchor="ctr">
                    <a:noFill/>
                  </a:tcPr>
                </a:tc>
                <a:tc>
                  <a:txBody>
                    <a:bodyPr/>
                    <a:lstStyle/>
                    <a:p>
                      <a:pPr>
                        <a:buNone/>
                      </a:pPr>
                      <a:r>
                        <a:rPr lang="en-US" sz="1400" b="0">
                          <a:latin typeface="Calibri" panose="020F0502020204030204" pitchFamily="34" charset="0"/>
                          <a:ea typeface="Calibri" panose="020F0502020204030204" pitchFamily="34" charset="0"/>
                          <a:cs typeface="Calibri" panose="020F0502020204030204" pitchFamily="34" charset="0"/>
                        </a:rPr>
                        <a:t>Controller learns to generate architectures</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NASNet</a:t>
                      </a: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High accuracy</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High cost</a:t>
                      </a:r>
                    </a:p>
                  </a:txBody>
                  <a:tcPr marL="66415" marR="66415" marT="33207" marB="33207" anchor="ctr">
                    <a:noFill/>
                  </a:tcPr>
                </a:tc>
                <a:extLst>
                  <a:ext uri="{0D108BD9-81ED-4DB2-BD59-A6C34878D82A}">
                    <a16:rowId xmlns:a16="http://schemas.microsoft.com/office/drawing/2014/main" val="1507920675"/>
                  </a:ext>
                </a:extLst>
              </a:tr>
              <a:tr h="684489">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Evolutionary</a:t>
                      </a:r>
                    </a:p>
                  </a:txBody>
                  <a:tcPr marL="66415" marR="66415" marT="33207" marB="33207"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Evolving architectures over many generations</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marL="66415" marR="66415" marT="33207" marB="33207" anchor="ctr">
                    <a:noFill/>
                  </a:tcPr>
                </a:tc>
                <a:tc>
                  <a:txBody>
                    <a:bodyPr/>
                    <a:lstStyle/>
                    <a:p>
                      <a:pPr>
                        <a:buNone/>
                      </a:pPr>
                      <a:r>
                        <a:rPr lang="en-IN" sz="1400" b="0" dirty="0" err="1">
                          <a:latin typeface="Calibri" panose="020F0502020204030204" pitchFamily="34" charset="0"/>
                          <a:ea typeface="Calibri" panose="020F0502020204030204" pitchFamily="34" charset="0"/>
                          <a:cs typeface="Calibri" panose="020F0502020204030204" pitchFamily="34" charset="0"/>
                        </a:rPr>
                        <a:t>AmoebaNet</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Parallel, robust</a:t>
                      </a: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Slow</a:t>
                      </a:r>
                    </a:p>
                  </a:txBody>
                  <a:tcPr marL="66415" marR="66415" marT="33207" marB="33207" anchor="ctr">
                    <a:noFill/>
                  </a:tcPr>
                </a:tc>
                <a:extLst>
                  <a:ext uri="{0D108BD9-81ED-4DB2-BD59-A6C34878D82A}">
                    <a16:rowId xmlns:a16="http://schemas.microsoft.com/office/drawing/2014/main" val="2826389185"/>
                  </a:ext>
                </a:extLst>
              </a:tr>
              <a:tr h="684489">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Bayesian Optimization</a:t>
                      </a:r>
                    </a:p>
                  </a:txBody>
                  <a:tcPr marL="66415" marR="66415" marT="33207" marB="33207"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Predicts good architectures using probabilistic models</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SMBO</a:t>
                      </a: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Efficient</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Small spaces</a:t>
                      </a:r>
                    </a:p>
                  </a:txBody>
                  <a:tcPr marL="66415" marR="66415" marT="33207" marB="33207" anchor="ctr">
                    <a:noFill/>
                  </a:tcPr>
                </a:tc>
                <a:extLst>
                  <a:ext uri="{0D108BD9-81ED-4DB2-BD59-A6C34878D82A}">
                    <a16:rowId xmlns:a16="http://schemas.microsoft.com/office/drawing/2014/main" val="2885650801"/>
                  </a:ext>
                </a:extLst>
              </a:tr>
              <a:tr h="684489">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Gradient-based</a:t>
                      </a:r>
                    </a:p>
                  </a:txBody>
                  <a:tcPr marL="66415" marR="66415" marT="33207" marB="33207"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Continuous relaxation of discrete choices</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DARTS</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Fast, elegant</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Can be unstable</a:t>
                      </a:r>
                    </a:p>
                  </a:txBody>
                  <a:tcPr marL="66415" marR="66415" marT="33207" marB="33207" anchor="ctr">
                    <a:noFill/>
                  </a:tcPr>
                </a:tc>
                <a:extLst>
                  <a:ext uri="{0D108BD9-81ED-4DB2-BD59-A6C34878D82A}">
                    <a16:rowId xmlns:a16="http://schemas.microsoft.com/office/drawing/2014/main" val="2886563225"/>
                  </a:ext>
                </a:extLst>
              </a:tr>
              <a:tr h="479142">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Random Search</a:t>
                      </a: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Simple sampling baseline</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RSWS</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Simple</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Inefficient</a:t>
                      </a:r>
                    </a:p>
                  </a:txBody>
                  <a:tcPr marL="66415" marR="66415" marT="33207" marB="33207" anchor="ctr">
                    <a:noFill/>
                  </a:tcPr>
                </a:tc>
                <a:extLst>
                  <a:ext uri="{0D108BD9-81ED-4DB2-BD59-A6C34878D82A}">
                    <a16:rowId xmlns:a16="http://schemas.microsoft.com/office/drawing/2014/main" val="2856420743"/>
                  </a:ext>
                </a:extLst>
              </a:tr>
              <a:tr h="684489">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One-shot / Weight-sharing</a:t>
                      </a:r>
                    </a:p>
                  </a:txBody>
                  <a:tcPr marL="66415" marR="66415" marT="33207" marB="33207" anchor="ctr">
                    <a:noFill/>
                  </a:tcPr>
                </a:tc>
                <a:tc>
                  <a:txBody>
                    <a:bodyPr/>
                    <a:lstStyle/>
                    <a:p>
                      <a:pPr>
                        <a:buNone/>
                      </a:pPr>
                      <a:r>
                        <a:rPr lang="en-US" sz="1400" b="0">
                          <a:latin typeface="Calibri" panose="020F0502020204030204" pitchFamily="34" charset="0"/>
                          <a:ea typeface="Calibri" panose="020F0502020204030204" pitchFamily="34" charset="0"/>
                          <a:cs typeface="Calibri" panose="020F0502020204030204" pitchFamily="34" charset="0"/>
                        </a:rPr>
                        <a:t>Supernet trains all candidates jointly</a:t>
                      </a:r>
                    </a:p>
                  </a:txBody>
                  <a:tcPr marL="66415" marR="66415" marT="33207" marB="33207" anchor="ctr">
                    <a:noFill/>
                  </a:tcPr>
                </a:tc>
                <a:tc>
                  <a:txBody>
                    <a:bodyPr/>
                    <a:lstStyle/>
                    <a:p>
                      <a:pPr>
                        <a:buNone/>
                      </a:pPr>
                      <a:r>
                        <a:rPr lang="en-IN" sz="1400" b="0">
                          <a:latin typeface="Calibri" panose="020F0502020204030204" pitchFamily="34" charset="0"/>
                          <a:ea typeface="Calibri" panose="020F0502020204030204" pitchFamily="34" charset="0"/>
                          <a:cs typeface="Calibri" panose="020F0502020204030204" pitchFamily="34" charset="0"/>
                        </a:rPr>
                        <a:t>ENAS, OFA</a:t>
                      </a: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Fastest, Reduced cost</a:t>
                      </a:r>
                    </a:p>
                  </a:txBody>
                  <a:tcPr marL="66415" marR="66415" marT="33207" marB="33207" anchor="ctr">
                    <a:noFill/>
                  </a:tcP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May be biased</a:t>
                      </a:r>
                    </a:p>
                  </a:txBody>
                  <a:tcPr marL="66415" marR="66415" marT="33207" marB="33207" anchor="ctr">
                    <a:noFill/>
                  </a:tcPr>
                </a:tc>
                <a:extLst>
                  <a:ext uri="{0D108BD9-81ED-4DB2-BD59-A6C34878D82A}">
                    <a16:rowId xmlns:a16="http://schemas.microsoft.com/office/drawing/2014/main" val="32600268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BF0F-2339-7BF3-F28F-A85B467F07A1}"/>
              </a:ext>
            </a:extLst>
          </p:cNvPr>
          <p:cNvSpPr>
            <a:spLocks noGrp="1"/>
          </p:cNvSpPr>
          <p:nvPr>
            <p:ph type="title"/>
          </p:nvPr>
        </p:nvSpPr>
        <p:spPr/>
        <p:txBody>
          <a:bodyPr/>
          <a:lstStyle/>
          <a:p>
            <a:r>
              <a:rPr lang="en-IN" dirty="0">
                <a:solidFill>
                  <a:schemeClr val="accent6">
                    <a:lumMod val="75000"/>
                  </a:schemeClr>
                </a:solidFill>
              </a:rPr>
              <a:t>P</a:t>
            </a:r>
            <a:r>
              <a:rPr lang="en-IN" dirty="0"/>
              <a:t>erformance Estimation</a:t>
            </a:r>
          </a:p>
        </p:txBody>
      </p:sp>
      <p:sp>
        <p:nvSpPr>
          <p:cNvPr id="4" name="Slide Number Placeholder 3">
            <a:extLst>
              <a:ext uri="{FF2B5EF4-FFF2-40B4-BE49-F238E27FC236}">
                <a16:creationId xmlns:a16="http://schemas.microsoft.com/office/drawing/2014/main" id="{86068E0C-28F1-DEA1-99FE-1C39C8A887DC}"/>
              </a:ext>
            </a:extLst>
          </p:cNvPr>
          <p:cNvSpPr>
            <a:spLocks noGrp="1"/>
          </p:cNvSpPr>
          <p:nvPr>
            <p:ph type="sldNum" sz="quarter" idx="12"/>
          </p:nvPr>
        </p:nvSpPr>
        <p:spPr/>
        <p:txBody>
          <a:bodyPr/>
          <a:lstStyle/>
          <a:p>
            <a:fld id="{7537CCBC-7667-4F14-BBB6-38D85E00BC95}" type="slidenum">
              <a:rPr lang="en-IN" smtClean="0"/>
              <a:t>8</a:t>
            </a:fld>
            <a:endParaRPr lang="en-IN"/>
          </a:p>
        </p:txBody>
      </p:sp>
      <p:graphicFrame>
        <p:nvGraphicFramePr>
          <p:cNvPr id="7" name="Table 6">
            <a:extLst>
              <a:ext uri="{FF2B5EF4-FFF2-40B4-BE49-F238E27FC236}">
                <a16:creationId xmlns:a16="http://schemas.microsoft.com/office/drawing/2014/main" id="{F54B58B1-8F7E-7C43-1D04-1D6545AFB194}"/>
              </a:ext>
            </a:extLst>
          </p:cNvPr>
          <p:cNvGraphicFramePr>
            <a:graphicFrameLocks noGrp="1"/>
          </p:cNvGraphicFramePr>
          <p:nvPr>
            <p:extLst>
              <p:ext uri="{D42A27DB-BD31-4B8C-83A1-F6EECF244321}">
                <p14:modId xmlns:p14="http://schemas.microsoft.com/office/powerpoint/2010/main" val="3979104577"/>
              </p:ext>
            </p:extLst>
          </p:nvPr>
        </p:nvGraphicFramePr>
        <p:xfrm>
          <a:off x="4704678" y="2086590"/>
          <a:ext cx="6465806" cy="3879440"/>
        </p:xfrm>
        <a:graphic>
          <a:graphicData uri="http://schemas.openxmlformats.org/drawingml/2006/table">
            <a:tbl>
              <a:tblPr firstRow="1">
                <a:tableStyleId>{68D230F3-CF80-4859-8CE7-A43EE81993B5}</a:tableStyleId>
              </a:tblPr>
              <a:tblGrid>
                <a:gridCol w="1293161">
                  <a:extLst>
                    <a:ext uri="{9D8B030D-6E8A-4147-A177-3AD203B41FA5}">
                      <a16:colId xmlns:a16="http://schemas.microsoft.com/office/drawing/2014/main" val="2928574776"/>
                    </a:ext>
                  </a:extLst>
                </a:gridCol>
                <a:gridCol w="1971072">
                  <a:extLst>
                    <a:ext uri="{9D8B030D-6E8A-4147-A177-3AD203B41FA5}">
                      <a16:colId xmlns:a16="http://schemas.microsoft.com/office/drawing/2014/main" val="3109611446"/>
                    </a:ext>
                  </a:extLst>
                </a:gridCol>
                <a:gridCol w="1022589">
                  <a:extLst>
                    <a:ext uri="{9D8B030D-6E8A-4147-A177-3AD203B41FA5}">
                      <a16:colId xmlns:a16="http://schemas.microsoft.com/office/drawing/2014/main" val="2428063742"/>
                    </a:ext>
                  </a:extLst>
                </a:gridCol>
                <a:gridCol w="1046369">
                  <a:extLst>
                    <a:ext uri="{9D8B030D-6E8A-4147-A177-3AD203B41FA5}">
                      <a16:colId xmlns:a16="http://schemas.microsoft.com/office/drawing/2014/main" val="4182767430"/>
                    </a:ext>
                  </a:extLst>
                </a:gridCol>
                <a:gridCol w="1132615">
                  <a:extLst>
                    <a:ext uri="{9D8B030D-6E8A-4147-A177-3AD203B41FA5}">
                      <a16:colId xmlns:a16="http://schemas.microsoft.com/office/drawing/2014/main" val="1247692672"/>
                    </a:ext>
                  </a:extLst>
                </a:gridCol>
              </a:tblGrid>
              <a:tr h="295862">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Method</a:t>
                      </a:r>
                    </a:p>
                  </a:txBody>
                  <a:tcPr marL="82680" marR="82680" marT="41340" marB="41340" anchor="ctr"/>
                </a:tc>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Description</a:t>
                      </a:r>
                    </a:p>
                  </a:txBody>
                  <a:tcPr marL="82680" marR="82680" marT="41340" marB="41340" anchor="ctr"/>
                </a:tc>
                <a:tc>
                  <a:txBody>
                    <a:bodyPr/>
                    <a:lstStyle/>
                    <a:p>
                      <a:pPr>
                        <a:buNone/>
                      </a:pPr>
                      <a:r>
                        <a:rPr lang="en-IN" sz="1200" b="1">
                          <a:latin typeface="Calibri" panose="020F0502020204030204" pitchFamily="34" charset="0"/>
                          <a:ea typeface="Calibri" panose="020F0502020204030204" pitchFamily="34" charset="0"/>
                          <a:cs typeface="Calibri" panose="020F0502020204030204" pitchFamily="34" charset="0"/>
                        </a:rPr>
                        <a:t>Speed</a:t>
                      </a:r>
                    </a:p>
                  </a:txBody>
                  <a:tcPr marL="82680" marR="82680" marT="41340" marB="41340" anchor="ctr"/>
                </a:tc>
                <a:tc>
                  <a:txBody>
                    <a:bodyPr/>
                    <a:lstStyle/>
                    <a:p>
                      <a:pPr>
                        <a:buNone/>
                      </a:pPr>
                      <a:r>
                        <a:rPr lang="en-IN" sz="1200" b="1">
                          <a:latin typeface="Calibri" panose="020F0502020204030204" pitchFamily="34" charset="0"/>
                          <a:ea typeface="Calibri" panose="020F0502020204030204" pitchFamily="34" charset="0"/>
                          <a:cs typeface="Calibri" panose="020F0502020204030204" pitchFamily="34" charset="0"/>
                        </a:rPr>
                        <a:t>Accuracy</a:t>
                      </a:r>
                    </a:p>
                  </a:txBody>
                  <a:tcPr marL="82680" marR="82680" marT="41340" marB="41340" anchor="ctr"/>
                </a:tc>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Example</a:t>
                      </a:r>
                    </a:p>
                  </a:txBody>
                  <a:tcPr marL="82680" marR="82680" marT="41340" marB="41340" anchor="ctr"/>
                </a:tc>
                <a:extLst>
                  <a:ext uri="{0D108BD9-81ED-4DB2-BD59-A6C34878D82A}">
                    <a16:rowId xmlns:a16="http://schemas.microsoft.com/office/drawing/2014/main" val="2145415056"/>
                  </a:ext>
                </a:extLst>
              </a:tr>
              <a:tr h="499610">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Full Training</a:t>
                      </a:r>
                    </a:p>
                  </a:txBody>
                  <a:tcPr marL="82680" marR="82680" marT="41340" marB="41340" anchor="ctr"/>
                </a:tc>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Train every model fully</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Very Slow</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High</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NASNet</a:t>
                      </a:r>
                    </a:p>
                  </a:txBody>
                  <a:tcPr marL="82680" marR="82680" marT="41340" marB="41340" anchor="ctr"/>
                </a:tc>
                <a:extLst>
                  <a:ext uri="{0D108BD9-81ED-4DB2-BD59-A6C34878D82A}">
                    <a16:rowId xmlns:a16="http://schemas.microsoft.com/office/drawing/2014/main" val="1481832729"/>
                  </a:ext>
                </a:extLst>
              </a:tr>
              <a:tr h="703358">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Early Stopping</a:t>
                      </a:r>
                    </a:p>
                  </a:txBody>
                  <a:tcPr marL="82680" marR="82680" marT="41340" marB="41340" anchor="ctr"/>
                </a:tc>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Stop early &amp; extrapolate</a:t>
                      </a:r>
                    </a:p>
                  </a:txBody>
                  <a:tcPr marL="82680" marR="82680" marT="41340" marB="41340" anchor="ctr"/>
                </a:tc>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Medium</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Medium</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Learning curve models</a:t>
                      </a:r>
                    </a:p>
                  </a:txBody>
                  <a:tcPr marL="82680" marR="82680" marT="41340" marB="41340" anchor="ctr"/>
                </a:tc>
                <a:extLst>
                  <a:ext uri="{0D108BD9-81ED-4DB2-BD59-A6C34878D82A}">
                    <a16:rowId xmlns:a16="http://schemas.microsoft.com/office/drawing/2014/main" val="1697566417"/>
                  </a:ext>
                </a:extLst>
              </a:tr>
              <a:tr h="627000">
                <a:tc>
                  <a:txBody>
                    <a:bodyPr/>
                    <a:lstStyle/>
                    <a:p>
                      <a:pPr>
                        <a:buNone/>
                      </a:pPr>
                      <a:r>
                        <a:rPr lang="en-IN" sz="1200" b="0" dirty="0">
                          <a:latin typeface="Calibri" panose="020F0502020204030204" pitchFamily="34" charset="0"/>
                          <a:ea typeface="Calibri" panose="020F0502020204030204" pitchFamily="34" charset="0"/>
                          <a:cs typeface="Calibri" panose="020F0502020204030204" pitchFamily="34" charset="0"/>
                        </a:rPr>
                        <a:t>Low-Fidelity Proxy</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Small dataset/resolution</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Fast</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Medium</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Proxy NAS</a:t>
                      </a:r>
                    </a:p>
                  </a:txBody>
                  <a:tcPr marL="82680" marR="82680" marT="41340" marB="41340" anchor="ctr"/>
                </a:tc>
                <a:extLst>
                  <a:ext uri="{0D108BD9-81ED-4DB2-BD59-A6C34878D82A}">
                    <a16:rowId xmlns:a16="http://schemas.microsoft.com/office/drawing/2014/main" val="3191229416"/>
                  </a:ext>
                </a:extLst>
              </a:tr>
              <a:tr h="627000">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Weight Sharing</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Shared supernet weights</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Very Fast</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Medium</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ENAS, OFA</a:t>
                      </a:r>
                    </a:p>
                  </a:txBody>
                  <a:tcPr marL="82680" marR="82680" marT="41340" marB="41340" anchor="ctr"/>
                </a:tc>
                <a:extLst>
                  <a:ext uri="{0D108BD9-81ED-4DB2-BD59-A6C34878D82A}">
                    <a16:rowId xmlns:a16="http://schemas.microsoft.com/office/drawing/2014/main" val="918600673"/>
                  </a:ext>
                </a:extLst>
              </a:tr>
              <a:tr h="627000">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Surrogate Model</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Learn predictor of performance</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Very Fast</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Depends</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NAS-Bench</a:t>
                      </a:r>
                    </a:p>
                  </a:txBody>
                  <a:tcPr marL="82680" marR="82680" marT="41340" marB="41340" anchor="ctr"/>
                </a:tc>
                <a:extLst>
                  <a:ext uri="{0D108BD9-81ED-4DB2-BD59-A6C34878D82A}">
                    <a16:rowId xmlns:a16="http://schemas.microsoft.com/office/drawing/2014/main" val="1407472910"/>
                  </a:ext>
                </a:extLst>
              </a:tr>
              <a:tr h="499610">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Zero-Cost Estimators</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No training, use metrics</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Fastest</a:t>
                      </a:r>
                    </a:p>
                  </a:txBody>
                  <a:tcPr marL="82680" marR="82680" marT="41340" marB="41340" anchor="ctr"/>
                </a:tc>
                <a:tc>
                  <a:txBody>
                    <a:bodyPr/>
                    <a:lstStyle/>
                    <a:p>
                      <a:pPr>
                        <a:buNone/>
                      </a:pPr>
                      <a:r>
                        <a:rPr lang="en-IN" sz="1200" b="0">
                          <a:latin typeface="Calibri" panose="020F0502020204030204" pitchFamily="34" charset="0"/>
                          <a:ea typeface="Calibri" panose="020F0502020204030204" pitchFamily="34" charset="0"/>
                          <a:cs typeface="Calibri" panose="020F0502020204030204" pitchFamily="34" charset="0"/>
                        </a:rPr>
                        <a:t>Lower</a:t>
                      </a:r>
                    </a:p>
                  </a:txBody>
                  <a:tcPr marL="82680" marR="82680" marT="41340" marB="41340" anchor="ctr"/>
                </a:tc>
                <a:tc>
                  <a:txBody>
                    <a:bodyPr/>
                    <a:lstStyle/>
                    <a:p>
                      <a:pPr>
                        <a:buNone/>
                      </a:pPr>
                      <a:r>
                        <a:rPr lang="en-IN" sz="1200" b="0" dirty="0" err="1">
                          <a:latin typeface="Calibri" panose="020F0502020204030204" pitchFamily="34" charset="0"/>
                          <a:ea typeface="Calibri" panose="020F0502020204030204" pitchFamily="34" charset="0"/>
                          <a:cs typeface="Calibri" panose="020F0502020204030204" pitchFamily="34" charset="0"/>
                        </a:rPr>
                        <a:t>SynFlow</a:t>
                      </a:r>
                      <a:r>
                        <a:rPr lang="en-IN" sz="1200" b="0" dirty="0">
                          <a:latin typeface="Calibri" panose="020F0502020204030204" pitchFamily="34" charset="0"/>
                          <a:ea typeface="Calibri" panose="020F0502020204030204" pitchFamily="34" charset="0"/>
                          <a:cs typeface="Calibri" panose="020F0502020204030204" pitchFamily="34" charset="0"/>
                        </a:rPr>
                        <a:t>, NASWOT</a:t>
                      </a:r>
                    </a:p>
                  </a:txBody>
                  <a:tcPr marL="82680" marR="82680" marT="41340" marB="41340" anchor="ctr"/>
                </a:tc>
                <a:extLst>
                  <a:ext uri="{0D108BD9-81ED-4DB2-BD59-A6C34878D82A}">
                    <a16:rowId xmlns:a16="http://schemas.microsoft.com/office/drawing/2014/main" val="3123963777"/>
                  </a:ext>
                </a:extLst>
              </a:tr>
            </a:tbl>
          </a:graphicData>
        </a:graphic>
      </p:graphicFrame>
      <p:sp>
        <p:nvSpPr>
          <p:cNvPr id="8" name="Rectangle: Rounded Corners 7">
            <a:extLst>
              <a:ext uri="{FF2B5EF4-FFF2-40B4-BE49-F238E27FC236}">
                <a16:creationId xmlns:a16="http://schemas.microsoft.com/office/drawing/2014/main" id="{E593358F-DFD2-F882-D172-56B3386160FB}"/>
              </a:ext>
            </a:extLst>
          </p:cNvPr>
          <p:cNvSpPr/>
          <p:nvPr/>
        </p:nvSpPr>
        <p:spPr>
          <a:xfrm>
            <a:off x="778402" y="2459620"/>
            <a:ext cx="3379304" cy="314076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200000"/>
              </a:lnSpc>
              <a:buNone/>
            </a:pP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Goals of Performance Estimation</a:t>
            </a:r>
          </a:p>
          <a:p>
            <a:pPr>
              <a:lnSpc>
                <a:spcPct val="200000"/>
              </a:lnSpc>
              <a:buNone/>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A good estimation strategy should:</a:t>
            </a:r>
          </a:p>
          <a:p>
            <a:pPr marL="171450" indent="-171450">
              <a:lnSpc>
                <a:spcPct val="200000"/>
              </a:lnSpc>
              <a:buClr>
                <a:schemeClr val="accent6">
                  <a:lumMod val="75000"/>
                </a:schemeClr>
              </a:buClr>
              <a:buFont typeface="Wingdings" panose="05000000000000000000" pitchFamily="2" charset="2"/>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Predict architecture quality accurately</a:t>
            </a:r>
          </a:p>
          <a:p>
            <a:pPr marL="171450" indent="-171450">
              <a:lnSpc>
                <a:spcPct val="200000"/>
              </a:lnSpc>
              <a:buClr>
                <a:schemeClr val="accent6">
                  <a:lumMod val="75000"/>
                </a:schemeClr>
              </a:buClr>
              <a:buFont typeface="Wingdings" panose="05000000000000000000" pitchFamily="2" charset="2"/>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Be fast to compute</a:t>
            </a:r>
          </a:p>
          <a:p>
            <a:pPr marL="171450" indent="-171450">
              <a:lnSpc>
                <a:spcPct val="200000"/>
              </a:lnSpc>
              <a:buClr>
                <a:schemeClr val="accent6">
                  <a:lumMod val="75000"/>
                </a:schemeClr>
              </a:buClr>
              <a:buFont typeface="Wingdings" panose="05000000000000000000" pitchFamily="2" charset="2"/>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Support fair comparison among candidates</a:t>
            </a:r>
          </a:p>
          <a:p>
            <a:pPr marL="171450" indent="-171450">
              <a:lnSpc>
                <a:spcPct val="200000"/>
              </a:lnSpc>
              <a:buClr>
                <a:schemeClr val="accent6">
                  <a:lumMod val="75000"/>
                </a:schemeClr>
              </a:buClr>
              <a:buFont typeface="Wingdings" panose="05000000000000000000" pitchFamily="2" charset="2"/>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Avoid bias (not favoring certain architectures unfairly)</a:t>
            </a:r>
          </a:p>
          <a:p>
            <a:pPr algn="ctr"/>
            <a:endParaRPr lang="en-IN" sz="1200" dirty="0">
              <a:solidFill>
                <a:schemeClr val="tx1"/>
              </a:solidFill>
            </a:endParaRPr>
          </a:p>
        </p:txBody>
      </p:sp>
    </p:spTree>
    <p:extLst>
      <p:ext uri="{BB962C8B-B14F-4D97-AF65-F5344CB8AC3E}">
        <p14:creationId xmlns:p14="http://schemas.microsoft.com/office/powerpoint/2010/main" val="886359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4995B80-CAEC-7A59-AAB2-C44E02D829D4}"/>
              </a:ext>
            </a:extLst>
          </p:cNvPr>
          <p:cNvSpPr>
            <a:spLocks noGrp="1"/>
          </p:cNvSpPr>
          <p:nvPr>
            <p:ph type="title"/>
          </p:nvPr>
        </p:nvSpPr>
        <p:spPr/>
        <p:txBody>
          <a:bodyPr/>
          <a:lstStyle/>
          <a:p>
            <a:r>
              <a:rPr lang="en-IN" dirty="0" err="1">
                <a:solidFill>
                  <a:schemeClr val="accent6">
                    <a:lumMod val="75000"/>
                  </a:schemeClr>
                </a:solidFill>
              </a:rPr>
              <a:t>P</a:t>
            </a:r>
            <a:r>
              <a:rPr lang="en-IN" dirty="0" err="1"/>
              <a:t>ArETO</a:t>
            </a:r>
            <a:r>
              <a:rPr lang="en-IN" dirty="0"/>
              <a:t> front IN Optimization</a:t>
            </a:r>
          </a:p>
        </p:txBody>
      </p:sp>
      <p:sp>
        <p:nvSpPr>
          <p:cNvPr id="10" name="Rectangle: Rounded Corners 9">
            <a:extLst>
              <a:ext uri="{FF2B5EF4-FFF2-40B4-BE49-F238E27FC236}">
                <a16:creationId xmlns:a16="http://schemas.microsoft.com/office/drawing/2014/main" id="{78F639B7-D8BD-1FAE-050F-31C42F8475D2}"/>
              </a:ext>
            </a:extLst>
          </p:cNvPr>
          <p:cNvSpPr/>
          <p:nvPr/>
        </p:nvSpPr>
        <p:spPr>
          <a:xfrm>
            <a:off x="6268453" y="3135096"/>
            <a:ext cx="4608094" cy="314076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Objective directions: accuracy ↑, latency ↓, params ↓</a:t>
            </a:r>
          </a:p>
          <a:p>
            <a:endPar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Models:</a:t>
            </a: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A: accuracy 78.0%, latency 3.5 </a:t>
            </a:r>
            <a:r>
              <a:rPr 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ms</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params 5.0M</a:t>
            </a: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B: accuracy 80.0%, latency 5.0 </a:t>
            </a:r>
            <a:r>
              <a:rPr 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ms</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params 3.0M</a:t>
            </a: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C: accuracy 79.0%, latency 3.2 </a:t>
            </a:r>
            <a:r>
              <a:rPr 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ms</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 params 4.5M</a:t>
            </a:r>
          </a:p>
          <a:p>
            <a:endPar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Dominance: C dominates A (higher accuracy, lower latency, fewer params).</a:t>
            </a:r>
          </a:p>
          <a:p>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Pareto front: {B, C}. A is dominated and excluded.</a:t>
            </a:r>
          </a:p>
        </p:txBody>
      </p:sp>
      <p:pic>
        <p:nvPicPr>
          <p:cNvPr id="3" name="Picture 2">
            <a:extLst>
              <a:ext uri="{FF2B5EF4-FFF2-40B4-BE49-F238E27FC236}">
                <a16:creationId xmlns:a16="http://schemas.microsoft.com/office/drawing/2014/main" id="{C43A3CA9-B691-0394-619F-176B714E74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319" y="3135097"/>
            <a:ext cx="4037791" cy="3353418"/>
          </a:xfrm>
          <a:prstGeom prst="rect">
            <a:avLst/>
          </a:prstGeom>
        </p:spPr>
      </p:pic>
      <p:sp>
        <p:nvSpPr>
          <p:cNvPr id="4" name="TextBox 3">
            <a:extLst>
              <a:ext uri="{FF2B5EF4-FFF2-40B4-BE49-F238E27FC236}">
                <a16:creationId xmlns:a16="http://schemas.microsoft.com/office/drawing/2014/main" id="{5227D922-928E-EE9A-9ADB-2EBC5B8A9D50}"/>
              </a:ext>
            </a:extLst>
          </p:cNvPr>
          <p:cNvSpPr txBox="1"/>
          <p:nvPr/>
        </p:nvSpPr>
        <p:spPr>
          <a:xfrm>
            <a:off x="1063752" y="1909278"/>
            <a:ext cx="9031225" cy="705258"/>
          </a:xfrm>
          <a:prstGeom prst="rect">
            <a:avLst/>
          </a:prstGeom>
          <a:noFill/>
        </p:spPr>
        <p:txBody>
          <a:bodyPr wrap="square" rtlCol="0">
            <a:spAutoFit/>
          </a:bodyPr>
          <a:lstStyle/>
          <a:p>
            <a:pPr>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Pareto-optimal (NAS): No other model is better on one goal *without* being worse on another. </a:t>
            </a:r>
          </a:p>
          <a:p>
            <a:pPr>
              <a:lnSpc>
                <a:spcPct val="150000"/>
              </a:lnSpc>
            </a:pPr>
            <a:r>
              <a:rPr lang="en-US" sz="1400" dirty="0">
                <a:latin typeface="Calibri" panose="020F0502020204030204" pitchFamily="34" charset="0"/>
                <a:ea typeface="Calibri" panose="020F0502020204030204" pitchFamily="34" charset="0"/>
                <a:cs typeface="Calibri" panose="020F0502020204030204" pitchFamily="34" charset="0"/>
              </a:rPr>
              <a:t>Pareto front: The set of these best trade-offs; choose a point (often the knee) that fits your accuracy and speed limits.</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2942D-BF54-38F3-C470-2A4ECDC98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E74BB-C0C1-AC6E-D256-632D998CBD81}"/>
              </a:ext>
            </a:extLst>
          </p:cNvPr>
          <p:cNvSpPr>
            <a:spLocks noGrp="1"/>
          </p:cNvSpPr>
          <p:nvPr>
            <p:ph type="title"/>
          </p:nvPr>
        </p:nvSpPr>
        <p:spPr/>
        <p:txBody>
          <a:bodyPr/>
          <a:lstStyle/>
          <a:p>
            <a:r>
              <a:rPr lang="en-IN" dirty="0">
                <a:solidFill>
                  <a:schemeClr val="accent6">
                    <a:lumMod val="75000"/>
                  </a:schemeClr>
                </a:solidFill>
              </a:rPr>
              <a:t>NAS</a:t>
            </a:r>
            <a:r>
              <a:rPr lang="en-IN" dirty="0">
                <a:solidFill>
                  <a:srgbClr val="FF0000"/>
                </a:solidFill>
              </a:rPr>
              <a:t> </a:t>
            </a:r>
            <a:r>
              <a:rPr lang="en-IN" dirty="0"/>
              <a:t>in Action (Example)</a:t>
            </a:r>
          </a:p>
        </p:txBody>
      </p:sp>
      <p:sp>
        <p:nvSpPr>
          <p:cNvPr id="3" name="Content Placeholder 2">
            <a:extLst>
              <a:ext uri="{FF2B5EF4-FFF2-40B4-BE49-F238E27FC236}">
                <a16:creationId xmlns:a16="http://schemas.microsoft.com/office/drawing/2014/main" id="{8439F37E-ED38-FA11-9DE0-6DB50991DDC3}"/>
              </a:ext>
            </a:extLst>
          </p:cNvPr>
          <p:cNvSpPr>
            <a:spLocks noGrp="1"/>
          </p:cNvSpPr>
          <p:nvPr>
            <p:ph idx="1"/>
          </p:nvPr>
        </p:nvSpPr>
        <p:spPr>
          <a:xfrm>
            <a:off x="1007252" y="2200583"/>
            <a:ext cx="5423316" cy="2063304"/>
          </a:xfrm>
        </p:spPr>
        <p:txBody>
          <a:bodyPr>
            <a:noAutofit/>
          </a:bodyPr>
          <a:lstStyle/>
          <a:p>
            <a:pPr>
              <a:lnSpc>
                <a:spcPct val="160000"/>
              </a:lnSpc>
            </a:pPr>
            <a:r>
              <a:rPr lang="en-US" sz="1400" dirty="0">
                <a:latin typeface="Calibri" panose="020F0502020204030204" pitchFamily="34" charset="0"/>
                <a:ea typeface="Calibri" panose="020F0502020204030204" pitchFamily="34" charset="0"/>
                <a:cs typeface="Calibri" panose="020F0502020204030204" pitchFamily="34" charset="0"/>
              </a:rPr>
              <a:t>Google’s </a:t>
            </a:r>
            <a:r>
              <a:rPr lang="en-US" sz="1400" dirty="0" err="1">
                <a:latin typeface="Calibri" panose="020F0502020204030204" pitchFamily="34" charset="0"/>
                <a:ea typeface="Calibri" panose="020F0502020204030204" pitchFamily="34" charset="0"/>
                <a:cs typeface="Calibri" panose="020F0502020204030204" pitchFamily="34" charset="0"/>
              </a:rPr>
              <a:t>NASNet</a:t>
            </a:r>
            <a:r>
              <a:rPr lang="en-US" sz="1400" dirty="0">
                <a:latin typeface="Calibri" panose="020F0502020204030204" pitchFamily="34" charset="0"/>
                <a:ea typeface="Calibri" panose="020F0502020204030204" pitchFamily="34" charset="0"/>
                <a:cs typeface="Calibri" panose="020F0502020204030204" pitchFamily="34" charset="0"/>
              </a:rPr>
              <a:t> (2017) was one of the first big breakthroughs.</a:t>
            </a:r>
          </a:p>
          <a:p>
            <a:pPr>
              <a:lnSpc>
                <a:spcPct val="160000"/>
              </a:lnSpc>
            </a:pPr>
            <a:r>
              <a:rPr lang="en-US" sz="1400" dirty="0">
                <a:latin typeface="Calibri" panose="020F0502020204030204" pitchFamily="34" charset="0"/>
                <a:ea typeface="Calibri" panose="020F0502020204030204" pitchFamily="34" charset="0"/>
                <a:cs typeface="Calibri" panose="020F0502020204030204" pitchFamily="34" charset="0"/>
              </a:rPr>
              <a:t>Manual CNNs (like </a:t>
            </a:r>
            <a:r>
              <a:rPr lang="en-US" sz="1400" dirty="0" err="1">
                <a:latin typeface="Calibri" panose="020F0502020204030204" pitchFamily="34" charset="0"/>
                <a:ea typeface="Calibri" panose="020F0502020204030204" pitchFamily="34" charset="0"/>
                <a:cs typeface="Calibri" panose="020F0502020204030204" pitchFamily="34" charset="0"/>
              </a:rPr>
              <a:t>ResNet</a:t>
            </a:r>
            <a:r>
              <a:rPr lang="en-US" sz="1400" dirty="0">
                <a:latin typeface="Calibri" panose="020F0502020204030204" pitchFamily="34" charset="0"/>
                <a:ea typeface="Calibri" panose="020F0502020204030204" pitchFamily="34" charset="0"/>
                <a:cs typeface="Calibri" panose="020F0502020204030204" pitchFamily="34" charset="0"/>
              </a:rPr>
              <a:t> or Inception) took months or years of human tuning.</a:t>
            </a:r>
          </a:p>
          <a:p>
            <a:pPr>
              <a:lnSpc>
                <a:spcPct val="160000"/>
              </a:lnSpc>
            </a:pPr>
            <a:r>
              <a:rPr lang="en-US" sz="1400" dirty="0" err="1">
                <a:latin typeface="Calibri" panose="020F0502020204030204" pitchFamily="34" charset="0"/>
                <a:ea typeface="Calibri" panose="020F0502020204030204" pitchFamily="34" charset="0"/>
                <a:cs typeface="Calibri" panose="020F0502020204030204" pitchFamily="34" charset="0"/>
              </a:rPr>
              <a:t>NASNet</a:t>
            </a:r>
            <a:r>
              <a:rPr lang="en-US" sz="1400" dirty="0">
                <a:latin typeface="Calibri" panose="020F0502020204030204" pitchFamily="34" charset="0"/>
                <a:ea typeface="Calibri" panose="020F0502020204030204" pitchFamily="34" charset="0"/>
                <a:cs typeface="Calibri" panose="020F0502020204030204" pitchFamily="34" charset="0"/>
              </a:rPr>
              <a:t>, discovered automatically using reinforcement learning, achieved better accuracy with fewer parameters.</a:t>
            </a:r>
            <a:endParaRPr lang="en-IN" sz="1400" dirty="0">
              <a:latin typeface="Calibri" panose="020F0502020204030204" pitchFamily="34" charset="0"/>
              <a:ea typeface="Calibri" panose="020F0502020204030204" pitchFamily="34" charset="0"/>
              <a:cs typeface="Calibri" panose="020F0502020204030204" pitchFamily="34" charset="0"/>
            </a:endParaRPr>
          </a:p>
          <a:p>
            <a:pPr>
              <a:lnSpc>
                <a:spcPct val="160000"/>
              </a:lnSpc>
            </a:pPr>
            <a:endParaRPr lang="en-IN" sz="1400"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Lessons learned from manually classifying CIFAR-10">
            <a:extLst>
              <a:ext uri="{FF2B5EF4-FFF2-40B4-BE49-F238E27FC236}">
                <a16:creationId xmlns:a16="http://schemas.microsoft.com/office/drawing/2014/main" id="{0B97B21A-6C9B-1120-458F-004738686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1231" y="2085995"/>
            <a:ext cx="4768702" cy="368672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7D077430-2029-FA43-1791-69836945200A}"/>
              </a:ext>
            </a:extLst>
          </p:cNvPr>
          <p:cNvGraphicFramePr>
            <a:graphicFrameLocks noGrp="1"/>
          </p:cNvGraphicFramePr>
          <p:nvPr>
            <p:extLst>
              <p:ext uri="{D42A27DB-BD31-4B8C-83A1-F6EECF244321}">
                <p14:modId xmlns:p14="http://schemas.microsoft.com/office/powerpoint/2010/main" val="2588532675"/>
              </p:ext>
            </p:extLst>
          </p:nvPr>
        </p:nvGraphicFramePr>
        <p:xfrm>
          <a:off x="1007252" y="4611102"/>
          <a:ext cx="5026152" cy="1161621"/>
        </p:xfrm>
        <a:graphic>
          <a:graphicData uri="http://schemas.openxmlformats.org/drawingml/2006/table">
            <a:tbl>
              <a:tblPr firstRow="1">
                <a:tableStyleId>{68D230F3-CF80-4859-8CE7-A43EE81993B5}</a:tableStyleId>
              </a:tblPr>
              <a:tblGrid>
                <a:gridCol w="1532111">
                  <a:extLst>
                    <a:ext uri="{9D8B030D-6E8A-4147-A177-3AD203B41FA5}">
                      <a16:colId xmlns:a16="http://schemas.microsoft.com/office/drawing/2014/main" val="3536670613"/>
                    </a:ext>
                  </a:extLst>
                </a:gridCol>
                <a:gridCol w="1818657">
                  <a:extLst>
                    <a:ext uri="{9D8B030D-6E8A-4147-A177-3AD203B41FA5}">
                      <a16:colId xmlns:a16="http://schemas.microsoft.com/office/drawing/2014/main" val="1616754383"/>
                    </a:ext>
                  </a:extLst>
                </a:gridCol>
                <a:gridCol w="1675384">
                  <a:extLst>
                    <a:ext uri="{9D8B030D-6E8A-4147-A177-3AD203B41FA5}">
                      <a16:colId xmlns:a16="http://schemas.microsoft.com/office/drawing/2014/main" val="3875382238"/>
                    </a:ext>
                  </a:extLst>
                </a:gridCol>
              </a:tblGrid>
              <a:tr h="524603">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Model</a:t>
                      </a:r>
                    </a:p>
                  </a:txBody>
                  <a:tcPr anchor="ctr"/>
                </a:tc>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Accuracy (Top-1, ImageNet)</a:t>
                      </a:r>
                    </a:p>
                  </a:txBody>
                  <a:tcPr anchor="ctr"/>
                </a:tc>
                <a:tc>
                  <a:txBody>
                    <a:bodyPr/>
                    <a:lstStyle/>
                    <a:p>
                      <a:pPr>
                        <a:buNone/>
                      </a:pPr>
                      <a:r>
                        <a:rPr lang="en-IN" sz="1200" b="1" dirty="0">
                          <a:latin typeface="Calibri" panose="020F0502020204030204" pitchFamily="34" charset="0"/>
                          <a:ea typeface="Calibri" panose="020F0502020204030204" pitchFamily="34" charset="0"/>
                          <a:cs typeface="Calibri" panose="020F0502020204030204" pitchFamily="34" charset="0"/>
                        </a:rPr>
                        <a:t>Parameters</a:t>
                      </a:r>
                    </a:p>
                  </a:txBody>
                  <a:tcPr anchor="ctr"/>
                </a:tc>
                <a:extLst>
                  <a:ext uri="{0D108BD9-81ED-4DB2-BD59-A6C34878D82A}">
                    <a16:rowId xmlns:a16="http://schemas.microsoft.com/office/drawing/2014/main" val="2681594139"/>
                  </a:ext>
                </a:extLst>
              </a:tr>
              <a:tr h="318509">
                <a:tc>
                  <a:txBody>
                    <a:bodyPr/>
                    <a:lstStyle/>
                    <a:p>
                      <a:pPr>
                        <a:buNone/>
                      </a:pPr>
                      <a:r>
                        <a:rPr lang="en-IN" sz="1200" dirty="0">
                          <a:latin typeface="Calibri" panose="020F0502020204030204" pitchFamily="34" charset="0"/>
                          <a:ea typeface="Calibri" panose="020F0502020204030204" pitchFamily="34" charset="0"/>
                          <a:cs typeface="Calibri" panose="020F0502020204030204" pitchFamily="34" charset="0"/>
                        </a:rPr>
                        <a:t>Inception-v3</a:t>
                      </a:r>
                    </a:p>
                  </a:txBody>
                  <a:tcPr anchor="ctr"/>
                </a:tc>
                <a:tc>
                  <a:txBody>
                    <a:bodyPr/>
                    <a:lstStyle/>
                    <a:p>
                      <a:pPr>
                        <a:buNone/>
                      </a:pPr>
                      <a:r>
                        <a:rPr lang="en-IN" sz="1200" dirty="0">
                          <a:latin typeface="Calibri" panose="020F0502020204030204" pitchFamily="34" charset="0"/>
                          <a:ea typeface="Calibri" panose="020F0502020204030204" pitchFamily="34" charset="0"/>
                          <a:cs typeface="Calibri" panose="020F0502020204030204" pitchFamily="34" charset="0"/>
                        </a:rPr>
                        <a:t>~78%</a:t>
                      </a:r>
                    </a:p>
                  </a:txBody>
                  <a:tcPr anchor="ctr"/>
                </a:tc>
                <a:tc>
                  <a:txBody>
                    <a:bodyPr/>
                    <a:lstStyle/>
                    <a:p>
                      <a:pPr>
                        <a:buNone/>
                      </a:pPr>
                      <a:r>
                        <a:rPr lang="en-IN" sz="1200" dirty="0">
                          <a:latin typeface="Calibri" panose="020F0502020204030204" pitchFamily="34" charset="0"/>
                          <a:ea typeface="Calibri" panose="020F0502020204030204" pitchFamily="34" charset="0"/>
                          <a:cs typeface="Calibri" panose="020F0502020204030204" pitchFamily="34" charset="0"/>
                        </a:rPr>
                        <a:t>24M</a:t>
                      </a:r>
                    </a:p>
                  </a:txBody>
                  <a:tcPr anchor="ctr"/>
                </a:tc>
                <a:extLst>
                  <a:ext uri="{0D108BD9-81ED-4DB2-BD59-A6C34878D82A}">
                    <a16:rowId xmlns:a16="http://schemas.microsoft.com/office/drawing/2014/main" val="131500750"/>
                  </a:ext>
                </a:extLst>
              </a:tr>
              <a:tr h="318509">
                <a:tc>
                  <a:txBody>
                    <a:bodyPr/>
                    <a:lstStyle/>
                    <a:p>
                      <a:pPr>
                        <a:buNone/>
                      </a:pPr>
                      <a:r>
                        <a:rPr lang="en-IN" sz="1200" dirty="0" err="1">
                          <a:latin typeface="Calibri" panose="020F0502020204030204" pitchFamily="34" charset="0"/>
                          <a:ea typeface="Calibri" panose="020F0502020204030204" pitchFamily="34" charset="0"/>
                          <a:cs typeface="Calibri" panose="020F0502020204030204" pitchFamily="34" charset="0"/>
                        </a:rPr>
                        <a:t>NASNet</a:t>
                      </a:r>
                      <a:r>
                        <a:rPr lang="en-IN" sz="1200" dirty="0">
                          <a:latin typeface="Calibri" panose="020F0502020204030204" pitchFamily="34" charset="0"/>
                          <a:ea typeface="Calibri" panose="020F0502020204030204" pitchFamily="34" charset="0"/>
                          <a:cs typeface="Calibri" panose="020F0502020204030204" pitchFamily="34" charset="0"/>
                        </a:rPr>
                        <a:t>-A</a:t>
                      </a:r>
                    </a:p>
                  </a:txBody>
                  <a:tcPr anchor="ctr"/>
                </a:tc>
                <a:tc>
                  <a:txBody>
                    <a:bodyPr/>
                    <a:lstStyle/>
                    <a:p>
                      <a:pPr>
                        <a:buNone/>
                      </a:pPr>
                      <a:r>
                        <a:rPr lang="en-IN" sz="1200" dirty="0">
                          <a:latin typeface="Calibri" panose="020F0502020204030204" pitchFamily="34" charset="0"/>
                          <a:ea typeface="Calibri" panose="020F0502020204030204" pitchFamily="34" charset="0"/>
                          <a:cs typeface="Calibri" panose="020F0502020204030204" pitchFamily="34" charset="0"/>
                        </a:rPr>
                        <a:t>~82.7%</a:t>
                      </a:r>
                    </a:p>
                  </a:txBody>
                  <a:tcPr anchor="ctr"/>
                </a:tc>
                <a:tc>
                  <a:txBody>
                    <a:bodyPr/>
                    <a:lstStyle/>
                    <a:p>
                      <a:pPr>
                        <a:buNone/>
                      </a:pPr>
                      <a:r>
                        <a:rPr lang="en-IN" sz="1200" dirty="0">
                          <a:latin typeface="Calibri" panose="020F0502020204030204" pitchFamily="34" charset="0"/>
                          <a:ea typeface="Calibri" panose="020F0502020204030204" pitchFamily="34" charset="0"/>
                          <a:cs typeface="Calibri" panose="020F0502020204030204" pitchFamily="34" charset="0"/>
                        </a:rPr>
                        <a:t>5.3M</a:t>
                      </a:r>
                    </a:p>
                  </a:txBody>
                  <a:tcPr anchor="ctr"/>
                </a:tc>
                <a:extLst>
                  <a:ext uri="{0D108BD9-81ED-4DB2-BD59-A6C34878D82A}">
                    <a16:rowId xmlns:a16="http://schemas.microsoft.com/office/drawing/2014/main" val="2601655096"/>
                  </a:ext>
                </a:extLst>
              </a:tr>
            </a:tbl>
          </a:graphicData>
        </a:graphic>
      </p:graphicFrame>
      <p:sp>
        <p:nvSpPr>
          <p:cNvPr id="5" name="Slide Number Placeholder 4">
            <a:extLst>
              <a:ext uri="{FF2B5EF4-FFF2-40B4-BE49-F238E27FC236}">
                <a16:creationId xmlns:a16="http://schemas.microsoft.com/office/drawing/2014/main" id="{A575F697-7C67-F8EB-46D2-4F840BDECB79}"/>
              </a:ext>
            </a:extLst>
          </p:cNvPr>
          <p:cNvSpPr>
            <a:spLocks noGrp="1"/>
          </p:cNvSpPr>
          <p:nvPr>
            <p:ph type="sldNum" sz="quarter" idx="12"/>
          </p:nvPr>
        </p:nvSpPr>
        <p:spPr/>
        <p:txBody>
          <a:bodyPr/>
          <a:lstStyle/>
          <a:p>
            <a:fld id="{7537CCBC-7667-4F14-BBB6-38D85E00BC95}" type="slidenum">
              <a:rPr lang="en-IN" smtClean="0"/>
              <a:t>10</a:t>
            </a:fld>
            <a:endParaRPr lang="en-IN"/>
          </a:p>
        </p:txBody>
      </p:sp>
    </p:spTree>
    <p:extLst>
      <p:ext uri="{BB962C8B-B14F-4D97-AF65-F5344CB8AC3E}">
        <p14:creationId xmlns:p14="http://schemas.microsoft.com/office/powerpoint/2010/main" val="370162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6473-C117-6D4F-823B-9954C9B74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DF7DB-1701-891A-EDA9-15DD0317E827}"/>
              </a:ext>
            </a:extLst>
          </p:cNvPr>
          <p:cNvSpPr>
            <a:spLocks noGrp="1"/>
          </p:cNvSpPr>
          <p:nvPr>
            <p:ph type="title"/>
          </p:nvPr>
        </p:nvSpPr>
        <p:spPr/>
        <p:txBody>
          <a:bodyPr/>
          <a:lstStyle/>
          <a:p>
            <a:r>
              <a:rPr lang="en-IN" dirty="0">
                <a:solidFill>
                  <a:schemeClr val="accent6">
                    <a:lumMod val="75000"/>
                  </a:schemeClr>
                </a:solidFill>
              </a:rPr>
              <a:t>A</a:t>
            </a:r>
            <a:r>
              <a:rPr lang="en-IN" dirty="0"/>
              <a:t>dvantages and challenges</a:t>
            </a:r>
            <a:endParaRPr lang="en-IN" dirty="0">
              <a:solidFill>
                <a:srgbClr val="FF0000"/>
              </a:solidFill>
            </a:endParaRPr>
          </a:p>
        </p:txBody>
      </p:sp>
      <p:graphicFrame>
        <p:nvGraphicFramePr>
          <p:cNvPr id="6" name="Table 5">
            <a:extLst>
              <a:ext uri="{FF2B5EF4-FFF2-40B4-BE49-F238E27FC236}">
                <a16:creationId xmlns:a16="http://schemas.microsoft.com/office/drawing/2014/main" id="{10B26139-34D8-4489-17C4-A2127BA45794}"/>
              </a:ext>
            </a:extLst>
          </p:cNvPr>
          <p:cNvGraphicFramePr>
            <a:graphicFrameLocks noGrp="1"/>
          </p:cNvGraphicFramePr>
          <p:nvPr>
            <p:extLst>
              <p:ext uri="{D42A27DB-BD31-4B8C-83A1-F6EECF244321}">
                <p14:modId xmlns:p14="http://schemas.microsoft.com/office/powerpoint/2010/main" val="3196388335"/>
              </p:ext>
            </p:extLst>
          </p:nvPr>
        </p:nvGraphicFramePr>
        <p:xfrm>
          <a:off x="670837" y="2159976"/>
          <a:ext cx="4640996" cy="3742060"/>
        </p:xfrm>
        <a:graphic>
          <a:graphicData uri="http://schemas.openxmlformats.org/drawingml/2006/table">
            <a:tbl>
              <a:tblPr>
                <a:tableStyleId>{68D230F3-CF80-4859-8CE7-A43EE81993B5}</a:tableStyleId>
              </a:tblPr>
              <a:tblGrid>
                <a:gridCol w="1396706">
                  <a:extLst>
                    <a:ext uri="{9D8B030D-6E8A-4147-A177-3AD203B41FA5}">
                      <a16:colId xmlns:a16="http://schemas.microsoft.com/office/drawing/2014/main" val="720834944"/>
                    </a:ext>
                  </a:extLst>
                </a:gridCol>
                <a:gridCol w="3244290">
                  <a:extLst>
                    <a:ext uri="{9D8B030D-6E8A-4147-A177-3AD203B41FA5}">
                      <a16:colId xmlns:a16="http://schemas.microsoft.com/office/drawing/2014/main" val="3896012906"/>
                    </a:ext>
                  </a:extLst>
                </a:gridCol>
              </a:tblGrid>
              <a:tr h="718619">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Advantages</a:t>
                      </a:r>
                    </a:p>
                  </a:txBody>
                  <a:tcPr anchor="ctr"/>
                </a:tc>
                <a:tc>
                  <a:txBody>
                    <a:bodyPr/>
                    <a:lstStyle/>
                    <a:p>
                      <a:pPr>
                        <a:buNone/>
                      </a:pPr>
                      <a:endParaRPr lang="en-IN" sz="1400" b="1"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915341103"/>
                  </a:ext>
                </a:extLst>
              </a:tr>
              <a:tr h="768274">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Automation</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Eliminates manual architecture tuning</a:t>
                      </a:r>
                    </a:p>
                  </a:txBody>
                  <a:tcPr anchor="ctr"/>
                </a:tc>
                <a:extLst>
                  <a:ext uri="{0D108BD9-81ED-4DB2-BD59-A6C34878D82A}">
                    <a16:rowId xmlns:a16="http://schemas.microsoft.com/office/drawing/2014/main" val="2080448052"/>
                  </a:ext>
                </a:extLst>
              </a:tr>
              <a:tr h="718619">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Performance</a:t>
                      </a:r>
                    </a:p>
                  </a:txBody>
                  <a:tcPr anchor="ctr"/>
                </a:tc>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Finds better-performing models</a:t>
                      </a:r>
                    </a:p>
                  </a:txBody>
                  <a:tcPr anchor="ctr"/>
                </a:tc>
                <a:extLst>
                  <a:ext uri="{0D108BD9-81ED-4DB2-BD59-A6C34878D82A}">
                    <a16:rowId xmlns:a16="http://schemas.microsoft.com/office/drawing/2014/main" val="2115533131"/>
                  </a:ext>
                </a:extLst>
              </a:tr>
              <a:tr h="768274">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Adaptability</a:t>
                      </a:r>
                    </a:p>
                  </a:txBody>
                  <a:tcPr anchor="ctr"/>
                </a:tc>
                <a:tc>
                  <a:txBody>
                    <a:bodyPr/>
                    <a:lstStyle/>
                    <a:p>
                      <a:pPr>
                        <a:buNone/>
                      </a:pPr>
                      <a:r>
                        <a:rPr lang="en-US" sz="1400" b="0">
                          <a:latin typeface="Calibri" panose="020F0502020204030204" pitchFamily="34" charset="0"/>
                          <a:ea typeface="Calibri" panose="020F0502020204030204" pitchFamily="34" charset="0"/>
                          <a:cs typeface="Calibri" panose="020F0502020204030204" pitchFamily="34" charset="0"/>
                        </a:rPr>
                        <a:t>Customizes models for hardware constraints</a:t>
                      </a:r>
                    </a:p>
                  </a:txBody>
                  <a:tcPr anchor="ctr"/>
                </a:tc>
                <a:extLst>
                  <a:ext uri="{0D108BD9-81ED-4DB2-BD59-A6C34878D82A}">
                    <a16:rowId xmlns:a16="http://schemas.microsoft.com/office/drawing/2014/main" val="798475840"/>
                  </a:ext>
                </a:extLst>
              </a:tr>
              <a:tr h="768274">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Scalability</a:t>
                      </a:r>
                    </a:p>
                  </a:txBody>
                  <a:tcPr anchor="ct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Works across domains and datasets</a:t>
                      </a:r>
                    </a:p>
                  </a:txBody>
                  <a:tcPr anchor="ctr"/>
                </a:tc>
                <a:extLst>
                  <a:ext uri="{0D108BD9-81ED-4DB2-BD59-A6C34878D82A}">
                    <a16:rowId xmlns:a16="http://schemas.microsoft.com/office/drawing/2014/main" val="3485675970"/>
                  </a:ext>
                </a:extLst>
              </a:tr>
            </a:tbl>
          </a:graphicData>
        </a:graphic>
      </p:graphicFrame>
      <p:graphicFrame>
        <p:nvGraphicFramePr>
          <p:cNvPr id="7" name="Table 6">
            <a:extLst>
              <a:ext uri="{FF2B5EF4-FFF2-40B4-BE49-F238E27FC236}">
                <a16:creationId xmlns:a16="http://schemas.microsoft.com/office/drawing/2014/main" id="{AD467D9F-B820-9AF8-3A39-F73C1841CAFC}"/>
              </a:ext>
            </a:extLst>
          </p:cNvPr>
          <p:cNvGraphicFramePr>
            <a:graphicFrameLocks noGrp="1"/>
          </p:cNvGraphicFramePr>
          <p:nvPr>
            <p:extLst>
              <p:ext uri="{D42A27DB-BD31-4B8C-83A1-F6EECF244321}">
                <p14:modId xmlns:p14="http://schemas.microsoft.com/office/powerpoint/2010/main" val="346966858"/>
              </p:ext>
            </p:extLst>
          </p:nvPr>
        </p:nvGraphicFramePr>
        <p:xfrm>
          <a:off x="6309360" y="2159976"/>
          <a:ext cx="5503024" cy="3745061"/>
        </p:xfrm>
        <a:graphic>
          <a:graphicData uri="http://schemas.openxmlformats.org/drawingml/2006/table">
            <a:tbl>
              <a:tblPr>
                <a:tableStyleId>{68D230F3-CF80-4859-8CE7-A43EE81993B5}</a:tableStyleId>
              </a:tblPr>
              <a:tblGrid>
                <a:gridCol w="2211185">
                  <a:extLst>
                    <a:ext uri="{9D8B030D-6E8A-4147-A177-3AD203B41FA5}">
                      <a16:colId xmlns:a16="http://schemas.microsoft.com/office/drawing/2014/main" val="1506199266"/>
                    </a:ext>
                  </a:extLst>
                </a:gridCol>
                <a:gridCol w="3291839">
                  <a:extLst>
                    <a:ext uri="{9D8B030D-6E8A-4147-A177-3AD203B41FA5}">
                      <a16:colId xmlns:a16="http://schemas.microsoft.com/office/drawing/2014/main" val="2323429916"/>
                    </a:ext>
                  </a:extLst>
                </a:gridCol>
              </a:tblGrid>
              <a:tr h="751056">
                <a:tc>
                  <a:txBody>
                    <a:bodyPr/>
                    <a:lstStyle/>
                    <a:p>
                      <a:pPr>
                        <a:buNone/>
                      </a:pPr>
                      <a:r>
                        <a:rPr lang="en-IN" sz="1400" b="1" dirty="0">
                          <a:latin typeface="Calibri" panose="020F0502020204030204" pitchFamily="34" charset="0"/>
                          <a:ea typeface="Calibri" panose="020F0502020204030204" pitchFamily="34" charset="0"/>
                          <a:cs typeface="Calibri" panose="020F0502020204030204" pitchFamily="34" charset="0"/>
                        </a:rPr>
                        <a:t>Challenges</a:t>
                      </a:r>
                    </a:p>
                  </a:txBody>
                  <a:tcPr anchor="ctr"/>
                </a:tc>
                <a:tc>
                  <a:txBody>
                    <a:bodyPr/>
                    <a:lstStyle/>
                    <a:p>
                      <a:pPr>
                        <a:buNone/>
                      </a:pPr>
                      <a:endParaRPr lang="en-IN" sz="1400" b="1"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4577582"/>
                  </a:ext>
                </a:extLst>
              </a:tr>
              <a:tr h="805443">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High Compute Cost</a:t>
                      </a:r>
                    </a:p>
                  </a:txBody>
                  <a:tcPr anchor="ctr"/>
                </a:tc>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High training time and GPU usage. Search across many models is expensive.</a:t>
                      </a:r>
                      <a:endParaRPr lang="en-US" sz="1400" b="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419481089"/>
                  </a:ext>
                </a:extLst>
              </a:tr>
              <a:tr h="728521">
                <a:tc>
                  <a:txBody>
                    <a:bodyPr/>
                    <a:lstStyle/>
                    <a:p>
                      <a:pPr>
                        <a:buNone/>
                      </a:pPr>
                      <a:r>
                        <a:rPr lang="en-IN" sz="1400" dirty="0">
                          <a:latin typeface="Calibri" panose="020F0502020204030204" pitchFamily="34" charset="0"/>
                          <a:ea typeface="Calibri" panose="020F0502020204030204" pitchFamily="34" charset="0"/>
                          <a:cs typeface="Calibri" panose="020F0502020204030204" pitchFamily="34" charset="0"/>
                        </a:rPr>
                        <a:t>Search Space Explosion</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400" dirty="0">
                          <a:latin typeface="Calibri" panose="020F0502020204030204" pitchFamily="34" charset="0"/>
                          <a:ea typeface="Calibri" panose="020F0502020204030204" pitchFamily="34" charset="0"/>
                          <a:cs typeface="Calibri" panose="020F0502020204030204" pitchFamily="34" charset="0"/>
                        </a:rPr>
                        <a:t>Too many possible architectures. </a:t>
                      </a:r>
                      <a:r>
                        <a:rPr lang="en-US" sz="1400" dirty="0">
                          <a:latin typeface="Calibri" panose="020F0502020204030204" pitchFamily="34" charset="0"/>
                          <a:ea typeface="Calibri" panose="020F0502020204030204" pitchFamily="34" charset="0"/>
                          <a:cs typeface="Calibri" panose="020F0502020204030204" pitchFamily="34" charset="0"/>
                        </a:rPr>
                        <a:t>The number of possible layer combinations grows exponentially</a:t>
                      </a:r>
                      <a:endParaRPr lang="en-US" sz="1400" b="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342845948"/>
                  </a:ext>
                </a:extLst>
              </a:tr>
              <a:tr h="728521">
                <a:tc>
                  <a:txBody>
                    <a:bodyPr/>
                    <a:lstStyle/>
                    <a:p>
                      <a:pPr>
                        <a:buNone/>
                      </a:pPr>
                      <a:r>
                        <a:rPr lang="en-IN" sz="1400" b="0" dirty="0">
                          <a:latin typeface="Calibri" panose="020F0502020204030204" pitchFamily="34" charset="0"/>
                          <a:ea typeface="Calibri" panose="020F0502020204030204" pitchFamily="34" charset="0"/>
                          <a:cs typeface="Calibri" panose="020F0502020204030204" pitchFamily="34" charset="0"/>
                        </a:rPr>
                        <a:t>Evaluation Bottleneck</a:t>
                      </a:r>
                    </a:p>
                  </a:txBody>
                  <a:tcPr anchor="ctr"/>
                </a:tc>
                <a:tc>
                  <a:txBody>
                    <a:bodyPr/>
                    <a:lstStyle/>
                    <a:p>
                      <a:pPr>
                        <a:buNone/>
                      </a:pPr>
                      <a:r>
                        <a:rPr lang="en-US" sz="1400" dirty="0">
                          <a:latin typeface="Calibri" panose="020F0502020204030204" pitchFamily="34" charset="0"/>
                          <a:ea typeface="Calibri" panose="020F0502020204030204" pitchFamily="34" charset="0"/>
                          <a:cs typeface="Calibri" panose="020F0502020204030204" pitchFamily="34" charset="0"/>
                        </a:rPr>
                        <a:t>Training every candidate is slow</a:t>
                      </a:r>
                      <a:endParaRPr lang="en-US" sz="1400" b="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522608571"/>
                  </a:ext>
                </a:extLst>
              </a:tr>
              <a:tr h="728521">
                <a:tc>
                  <a:txBody>
                    <a:bodyPr/>
                    <a:lstStyle/>
                    <a:p>
                      <a:pPr>
                        <a:buNone/>
                      </a:pPr>
                      <a:r>
                        <a:rPr lang="en-IN" sz="1400" dirty="0">
                          <a:latin typeface="Calibri" panose="020F0502020204030204" pitchFamily="34" charset="0"/>
                          <a:ea typeface="Calibri" panose="020F0502020204030204" pitchFamily="34" charset="0"/>
                          <a:cs typeface="Calibri" panose="020F0502020204030204" pitchFamily="34" charset="0"/>
                        </a:rPr>
                        <a:t>Reproducibility</a:t>
                      </a:r>
                      <a:endParaRPr lang="en-IN" sz="1400" b="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400" dirty="0">
                          <a:latin typeface="Calibri" panose="020F0502020204030204" pitchFamily="34" charset="0"/>
                          <a:ea typeface="Calibri" panose="020F0502020204030204" pitchFamily="34" charset="0"/>
                          <a:cs typeface="Calibri" panose="020F0502020204030204" pitchFamily="34" charset="0"/>
                        </a:rPr>
                        <a:t>Hard to reproduce results, R</a:t>
                      </a:r>
                      <a:r>
                        <a:rPr lang="en-US" sz="1400" dirty="0" err="1">
                          <a:latin typeface="Calibri" panose="020F0502020204030204" pitchFamily="34" charset="0"/>
                          <a:ea typeface="Calibri" panose="020F0502020204030204" pitchFamily="34" charset="0"/>
                          <a:cs typeface="Calibri" panose="020F0502020204030204" pitchFamily="34" charset="0"/>
                        </a:rPr>
                        <a:t>esults</a:t>
                      </a:r>
                      <a:r>
                        <a:rPr lang="en-US" sz="1400" dirty="0">
                          <a:latin typeface="Calibri" panose="020F0502020204030204" pitchFamily="34" charset="0"/>
                          <a:ea typeface="Calibri" panose="020F0502020204030204" pitchFamily="34" charset="0"/>
                          <a:cs typeface="Calibri" panose="020F0502020204030204" pitchFamily="34" charset="0"/>
                        </a:rPr>
                        <a:t> vary across runs and hardware</a:t>
                      </a:r>
                      <a:endParaRPr lang="en-US" sz="1400" b="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350210984"/>
                  </a:ext>
                </a:extLst>
              </a:tr>
            </a:tbl>
          </a:graphicData>
        </a:graphic>
      </p:graphicFrame>
      <p:sp>
        <p:nvSpPr>
          <p:cNvPr id="3" name="Slide Number Placeholder 2">
            <a:extLst>
              <a:ext uri="{FF2B5EF4-FFF2-40B4-BE49-F238E27FC236}">
                <a16:creationId xmlns:a16="http://schemas.microsoft.com/office/drawing/2014/main" id="{B5554CE7-15B7-D995-60D3-0C500FC6197D}"/>
              </a:ext>
            </a:extLst>
          </p:cNvPr>
          <p:cNvSpPr>
            <a:spLocks noGrp="1"/>
          </p:cNvSpPr>
          <p:nvPr>
            <p:ph type="sldNum" sz="quarter" idx="12"/>
          </p:nvPr>
        </p:nvSpPr>
        <p:spPr/>
        <p:txBody>
          <a:bodyPr/>
          <a:lstStyle/>
          <a:p>
            <a:fld id="{7537CCBC-7667-4F14-BBB6-38D85E00BC95}" type="slidenum">
              <a:rPr lang="en-IN" smtClean="0"/>
              <a:t>11</a:t>
            </a:fld>
            <a:endParaRPr lang="en-IN"/>
          </a:p>
        </p:txBody>
      </p:sp>
    </p:spTree>
    <p:extLst>
      <p:ext uri="{BB962C8B-B14F-4D97-AF65-F5344CB8AC3E}">
        <p14:creationId xmlns:p14="http://schemas.microsoft.com/office/powerpoint/2010/main" val="1760880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A4B6E-A47D-8F4F-172D-F57EDE786A12}"/>
              </a:ext>
            </a:extLst>
          </p:cNvPr>
          <p:cNvSpPr>
            <a:spLocks noGrp="1"/>
          </p:cNvSpPr>
          <p:nvPr>
            <p:ph type="title"/>
          </p:nvPr>
        </p:nvSpPr>
        <p:spPr/>
        <p:txBody>
          <a:bodyPr/>
          <a:lstStyle/>
          <a:p>
            <a:r>
              <a:rPr lang="en-IN" dirty="0">
                <a:solidFill>
                  <a:schemeClr val="accent6">
                    <a:lumMod val="75000"/>
                  </a:schemeClr>
                </a:solidFill>
              </a:rPr>
              <a:t>NAS</a:t>
            </a:r>
            <a:r>
              <a:rPr lang="en-IN" dirty="0"/>
              <a:t> Frameworks</a:t>
            </a:r>
          </a:p>
        </p:txBody>
      </p:sp>
      <p:sp>
        <p:nvSpPr>
          <p:cNvPr id="4" name="Slide Number Placeholder 3">
            <a:extLst>
              <a:ext uri="{FF2B5EF4-FFF2-40B4-BE49-F238E27FC236}">
                <a16:creationId xmlns:a16="http://schemas.microsoft.com/office/drawing/2014/main" id="{83476413-CC48-2775-E0BB-02EE0196F8DD}"/>
              </a:ext>
            </a:extLst>
          </p:cNvPr>
          <p:cNvSpPr>
            <a:spLocks noGrp="1"/>
          </p:cNvSpPr>
          <p:nvPr>
            <p:ph type="sldNum" sz="quarter" idx="12"/>
          </p:nvPr>
        </p:nvSpPr>
        <p:spPr/>
        <p:txBody>
          <a:bodyPr/>
          <a:lstStyle/>
          <a:p>
            <a:fld id="{7537CCBC-7667-4F14-BBB6-38D85E00BC95}" type="slidenum">
              <a:rPr lang="en-IN" smtClean="0"/>
              <a:t>12</a:t>
            </a:fld>
            <a:endParaRPr lang="en-IN"/>
          </a:p>
        </p:txBody>
      </p:sp>
      <p:graphicFrame>
        <p:nvGraphicFramePr>
          <p:cNvPr id="5" name="Table 4">
            <a:extLst>
              <a:ext uri="{FF2B5EF4-FFF2-40B4-BE49-F238E27FC236}">
                <a16:creationId xmlns:a16="http://schemas.microsoft.com/office/drawing/2014/main" id="{ECB9C6DC-AE71-BE37-DADA-4BF8BE7F62B4}"/>
              </a:ext>
            </a:extLst>
          </p:cNvPr>
          <p:cNvGraphicFramePr>
            <a:graphicFrameLocks noGrp="1"/>
          </p:cNvGraphicFramePr>
          <p:nvPr>
            <p:extLst>
              <p:ext uri="{D42A27DB-BD31-4B8C-83A1-F6EECF244321}">
                <p14:modId xmlns:p14="http://schemas.microsoft.com/office/powerpoint/2010/main" val="2322551668"/>
              </p:ext>
            </p:extLst>
          </p:nvPr>
        </p:nvGraphicFramePr>
        <p:xfrm>
          <a:off x="1063750" y="1927860"/>
          <a:ext cx="10058400" cy="4415361"/>
        </p:xfrm>
        <a:graphic>
          <a:graphicData uri="http://schemas.openxmlformats.org/drawingml/2006/table">
            <a:tbl>
              <a:tblPr firstRow="1">
                <a:tableStyleId>{68D230F3-CF80-4859-8CE7-A43EE81993B5}</a:tableStyleId>
              </a:tblPr>
              <a:tblGrid>
                <a:gridCol w="2011680">
                  <a:extLst>
                    <a:ext uri="{9D8B030D-6E8A-4147-A177-3AD203B41FA5}">
                      <a16:colId xmlns:a16="http://schemas.microsoft.com/office/drawing/2014/main" val="1074924204"/>
                    </a:ext>
                  </a:extLst>
                </a:gridCol>
                <a:gridCol w="2011680">
                  <a:extLst>
                    <a:ext uri="{9D8B030D-6E8A-4147-A177-3AD203B41FA5}">
                      <a16:colId xmlns:a16="http://schemas.microsoft.com/office/drawing/2014/main" val="1020998254"/>
                    </a:ext>
                  </a:extLst>
                </a:gridCol>
                <a:gridCol w="2011680">
                  <a:extLst>
                    <a:ext uri="{9D8B030D-6E8A-4147-A177-3AD203B41FA5}">
                      <a16:colId xmlns:a16="http://schemas.microsoft.com/office/drawing/2014/main" val="172474523"/>
                    </a:ext>
                  </a:extLst>
                </a:gridCol>
                <a:gridCol w="2011680">
                  <a:extLst>
                    <a:ext uri="{9D8B030D-6E8A-4147-A177-3AD203B41FA5}">
                      <a16:colId xmlns:a16="http://schemas.microsoft.com/office/drawing/2014/main" val="4028346809"/>
                    </a:ext>
                  </a:extLst>
                </a:gridCol>
                <a:gridCol w="2011680">
                  <a:extLst>
                    <a:ext uri="{9D8B030D-6E8A-4147-A177-3AD203B41FA5}">
                      <a16:colId xmlns:a16="http://schemas.microsoft.com/office/drawing/2014/main" val="2096439064"/>
                    </a:ext>
                  </a:extLst>
                </a:gridCol>
              </a:tblGrid>
              <a:tr h="289560">
                <a:tc>
                  <a:txBody>
                    <a:bodyPr/>
                    <a:lstStyle/>
                    <a:p>
                      <a:pPr>
                        <a:buNone/>
                      </a:pPr>
                      <a:r>
                        <a:rPr lang="en-IN" sz="1000" b="1" dirty="0">
                          <a:latin typeface="Calibri" panose="020F0502020204030204" pitchFamily="34" charset="0"/>
                          <a:ea typeface="Calibri" panose="020F0502020204030204" pitchFamily="34" charset="0"/>
                          <a:cs typeface="Calibri" panose="020F0502020204030204" pitchFamily="34" charset="0"/>
                        </a:rPr>
                        <a:t>Framework</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Best Use Case</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Search Strategy</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Highlights / When to Use</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Example Projects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extLst>
                  <a:ext uri="{0D108BD9-81ED-4DB2-BD59-A6C34878D82A}">
                    <a16:rowId xmlns:a16="http://schemas.microsoft.com/office/drawing/2014/main" val="1901036924"/>
                  </a:ext>
                </a:extLst>
              </a:tr>
              <a:tr h="680499">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AutoKeras (Google / Keras Team)</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Easy-to-use NAS for images, text, tabular data</a:t>
                      </a:r>
                    </a:p>
                  </a:txBody>
                  <a:tcPr marL="23150" marR="23150" marT="11575" marB="11575" anchor="ctr"/>
                </a:tc>
                <a:tc>
                  <a:txBody>
                    <a:bodyPr/>
                    <a:lstStyle/>
                    <a:p>
                      <a:pPr>
                        <a:buNone/>
                      </a:pPr>
                      <a:r>
                        <a:rPr lang="en-IN" sz="1000" dirty="0">
                          <a:latin typeface="Calibri" panose="020F0502020204030204" pitchFamily="34" charset="0"/>
                          <a:ea typeface="Calibri" panose="020F0502020204030204" pitchFamily="34" charset="0"/>
                          <a:cs typeface="Calibri" panose="020F0502020204030204" pitchFamily="34" charset="0"/>
                        </a:rPr>
                        <a:t>Bayesian + Hyperband</a:t>
                      </a:r>
                    </a:p>
                  </a:txBody>
                  <a:tcPr marL="23150" marR="23150" marT="11575" marB="11575" anchor="ctr"/>
                </a:tc>
                <a:tc>
                  <a:txBody>
                    <a:bodyPr/>
                    <a:lstStyle/>
                    <a:p>
                      <a:pPr>
                        <a:buNone/>
                      </a:pPr>
                      <a:r>
                        <a:rPr lang="en-US" sz="1000" dirty="0">
                          <a:latin typeface="Calibri" panose="020F0502020204030204" pitchFamily="34" charset="0"/>
                          <a:ea typeface="Calibri" panose="020F0502020204030204" pitchFamily="34" charset="0"/>
                          <a:cs typeface="Calibri" panose="020F0502020204030204" pitchFamily="34" charset="0"/>
                        </a:rPr>
                        <a:t>Great for beginners or quick experimentation. Integrates with TensorFlow/</a:t>
                      </a:r>
                      <a:r>
                        <a:rPr lang="en-US" sz="1000" dirty="0" err="1">
                          <a:latin typeface="Calibri" panose="020F0502020204030204" pitchFamily="34" charset="0"/>
                          <a:ea typeface="Calibri" panose="020F0502020204030204" pitchFamily="34" charset="0"/>
                          <a:cs typeface="Calibri" panose="020F0502020204030204" pitchFamily="34" charset="0"/>
                        </a:rPr>
                        <a:t>Keras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MNIST, CIFAR-10, small datasets</a:t>
                      </a:r>
                    </a:p>
                  </a:txBody>
                  <a:tcPr marL="23150" marR="23150" marT="11575" marB="11575" anchor="ctr"/>
                </a:tc>
                <a:extLst>
                  <a:ext uri="{0D108BD9-81ED-4DB2-BD59-A6C34878D82A}">
                    <a16:rowId xmlns:a16="http://schemas.microsoft.com/office/drawing/2014/main" val="675323212"/>
                  </a:ext>
                </a:extLst>
              </a:tr>
              <a:tr h="773295">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NNI (Microsoft)</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General AutoML &amp; NAS across frameworks</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RL, evolutionary, TPE, DARTS</a:t>
                      </a: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Flexible, supports PyTorch, TF, Scikit-learn; useful for research and industry pipelines.</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Custom NAS + hyperparameter tuning</a:t>
                      </a:r>
                    </a:p>
                  </a:txBody>
                  <a:tcPr marL="23150" marR="23150" marT="11575" marB="11575" anchor="ctr"/>
                </a:tc>
                <a:extLst>
                  <a:ext uri="{0D108BD9-81ED-4DB2-BD59-A6C34878D82A}">
                    <a16:rowId xmlns:a16="http://schemas.microsoft.com/office/drawing/2014/main" val="413114337"/>
                  </a:ext>
                </a:extLst>
              </a:tr>
              <a:tr h="587703">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KerasTuner (Google)</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dirty="0">
                          <a:latin typeface="Calibri" panose="020F0502020204030204" pitchFamily="34" charset="0"/>
                          <a:ea typeface="Calibri" panose="020F0502020204030204" pitchFamily="34" charset="0"/>
                          <a:cs typeface="Calibri" panose="020F0502020204030204" pitchFamily="34" charset="0"/>
                        </a:rPr>
                        <a:t>Lightweight NAS-like hyperparameter search</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Random, Bayesian, Hyperband</a:t>
                      </a: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For smaller search spaces; integrates seamlessly with TensorFlow/Keras.</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Architecture/hyperparameter optimization</a:t>
                      </a:r>
                    </a:p>
                  </a:txBody>
                  <a:tcPr marL="23150" marR="23150" marT="11575" marB="11575" anchor="ctr"/>
                </a:tc>
                <a:extLst>
                  <a:ext uri="{0D108BD9-81ED-4DB2-BD59-A6C34878D82A}">
                    <a16:rowId xmlns:a16="http://schemas.microsoft.com/office/drawing/2014/main" val="3974066843"/>
                  </a:ext>
                </a:extLst>
              </a:tr>
              <a:tr h="599577">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DARTS (Differentiable NAS)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Gradient-based NAS research</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Gradient optimization</a:t>
                      </a: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Fast and memory-efficient for research; good for custom search-space experiments.</a:t>
                      </a:r>
                    </a:p>
                  </a:txBody>
                  <a:tcPr marL="23150" marR="23150" marT="11575" marB="11575" anchor="ctr"/>
                </a:tc>
                <a:tc>
                  <a:txBody>
                    <a:bodyPr/>
                    <a:lstStyle/>
                    <a:p>
                      <a:pPr>
                        <a:buNone/>
                      </a:pPr>
                      <a:r>
                        <a:rPr lang="en-IN" sz="1000" dirty="0">
                          <a:latin typeface="Calibri" panose="020F0502020204030204" pitchFamily="34" charset="0"/>
                          <a:ea typeface="Calibri" panose="020F0502020204030204" pitchFamily="34" charset="0"/>
                          <a:cs typeface="Calibri" panose="020F0502020204030204" pitchFamily="34" charset="0"/>
                        </a:rPr>
                        <a:t>Academic benchmarks</a:t>
                      </a:r>
                    </a:p>
                  </a:txBody>
                  <a:tcPr marL="23150" marR="23150" marT="11575" marB="11575" anchor="ctr"/>
                </a:tc>
                <a:extLst>
                  <a:ext uri="{0D108BD9-81ED-4DB2-BD59-A6C34878D82A}">
                    <a16:rowId xmlns:a16="http://schemas.microsoft.com/office/drawing/2014/main" val="878913576"/>
                  </a:ext>
                </a:extLst>
              </a:tr>
              <a:tr h="494909">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ENAS (Efficient NAS)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Fast NAS via weight sharing</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Reinforcement Learning + shared supernet</a:t>
                      </a: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For constrained compute environments; low-cost exploration.</a:t>
                      </a:r>
                    </a:p>
                  </a:txBody>
                  <a:tcPr marL="23150" marR="23150" marT="11575" marB="11575" anchor="ctr"/>
                </a:tc>
                <a:tc>
                  <a:txBody>
                    <a:bodyPr/>
                    <a:lstStyle/>
                    <a:p>
                      <a:pPr>
                        <a:buNone/>
                      </a:pPr>
                      <a:r>
                        <a:rPr lang="en-IN" sz="1000" dirty="0">
                          <a:latin typeface="Calibri" panose="020F0502020204030204" pitchFamily="34" charset="0"/>
                          <a:ea typeface="Calibri" panose="020F0502020204030204" pitchFamily="34" charset="0"/>
                          <a:cs typeface="Calibri" panose="020F0502020204030204" pitchFamily="34" charset="0"/>
                        </a:rPr>
                        <a:t>Edge &amp; mobile model search</a:t>
                      </a:r>
                    </a:p>
                  </a:txBody>
                  <a:tcPr marL="23150" marR="23150" marT="11575" marB="11575" anchor="ctr"/>
                </a:tc>
                <a:extLst>
                  <a:ext uri="{0D108BD9-81ED-4DB2-BD59-A6C34878D82A}">
                    <a16:rowId xmlns:a16="http://schemas.microsoft.com/office/drawing/2014/main" val="2896317753"/>
                  </a:ext>
                </a:extLst>
              </a:tr>
              <a:tr h="494909">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FBNet (Facebook / Meta)</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Hardware-aware NAS</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Differentiable + latency-optimized</a:t>
                      </a: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When optimizing for specific hardware (mobile CPU/GPU).</a:t>
                      </a:r>
                    </a:p>
                  </a:txBody>
                  <a:tcPr marL="23150" marR="23150" marT="11575" marB="11575" anchor="ctr"/>
                </a:tc>
                <a:tc>
                  <a:txBody>
                    <a:bodyPr/>
                    <a:lstStyle/>
                    <a:p>
                      <a:pPr>
                        <a:buNone/>
                      </a:pPr>
                      <a:r>
                        <a:rPr lang="en-IN" sz="1000" dirty="0">
                          <a:latin typeface="Calibri" panose="020F0502020204030204" pitchFamily="34" charset="0"/>
                          <a:ea typeface="Calibri" panose="020F0502020204030204" pitchFamily="34" charset="0"/>
                          <a:cs typeface="Calibri" panose="020F0502020204030204" pitchFamily="34" charset="0"/>
                        </a:rPr>
                        <a:t>Edge deployment, mobile AI</a:t>
                      </a:r>
                    </a:p>
                  </a:txBody>
                  <a:tcPr marL="23150" marR="23150" marT="11575" marB="11575" anchor="ctr"/>
                </a:tc>
                <a:extLst>
                  <a:ext uri="{0D108BD9-81ED-4DB2-BD59-A6C34878D82A}">
                    <a16:rowId xmlns:a16="http://schemas.microsoft.com/office/drawing/2014/main" val="3672047648"/>
                  </a:ext>
                </a:extLst>
              </a:tr>
              <a:tr h="494909">
                <a:tc>
                  <a:txBody>
                    <a:bodyPr/>
                    <a:lstStyle/>
                    <a:p>
                      <a:pPr>
                        <a:buNone/>
                      </a:pPr>
                      <a:r>
                        <a:rPr lang="en-IN" sz="1000" b="1">
                          <a:latin typeface="Calibri" panose="020F0502020204030204" pitchFamily="34" charset="0"/>
                          <a:ea typeface="Calibri" panose="020F0502020204030204" pitchFamily="34" charset="0"/>
                          <a:cs typeface="Calibri" panose="020F0502020204030204" pitchFamily="34" charset="0"/>
                        </a:rPr>
                        <a:t>Vertex AI NAS (Google Cloud)</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Enterprise-scale NAS</a:t>
                      </a:r>
                    </a:p>
                  </a:txBody>
                  <a:tcPr marL="23150" marR="23150" marT="11575" marB="11575" anchor="ctr"/>
                </a:tc>
                <a:tc>
                  <a:txBody>
                    <a:bodyPr/>
                    <a:lstStyle/>
                    <a:p>
                      <a:pPr>
                        <a:buNone/>
                      </a:pPr>
                      <a:r>
                        <a:rPr lang="en-IN" sz="1000">
                          <a:latin typeface="Calibri" panose="020F0502020204030204" pitchFamily="34" charset="0"/>
                          <a:ea typeface="Calibri" panose="020F0502020204030204" pitchFamily="34" charset="0"/>
                          <a:cs typeface="Calibri" panose="020F0502020204030204" pitchFamily="34" charset="0"/>
                        </a:rPr>
                        <a:t>Proprietary (multi-objective, hardware-aware)</a:t>
                      </a:r>
                    </a:p>
                  </a:txBody>
                  <a:tcPr marL="23150" marR="23150" marT="11575" marB="11575" anchor="ctr"/>
                </a:tc>
                <a:tc>
                  <a:txBody>
                    <a:bodyPr/>
                    <a:lstStyle/>
                    <a:p>
                      <a:pPr>
                        <a:buNone/>
                      </a:pPr>
                      <a:r>
                        <a:rPr lang="en-US" sz="1000">
                          <a:latin typeface="Calibri" panose="020F0502020204030204" pitchFamily="34" charset="0"/>
                          <a:ea typeface="Calibri" panose="020F0502020204030204" pitchFamily="34" charset="0"/>
                          <a:cs typeface="Calibri" panose="020F0502020204030204" pitchFamily="34" charset="0"/>
                        </a:rPr>
                        <a:t>For production ML teams needing scalable cloud-based NAS.</a:t>
                      </a:r>
                    </a:p>
                  </a:txBody>
                  <a:tcPr marL="23150" marR="23150" marT="11575" marB="11575" anchor="ctr"/>
                </a:tc>
                <a:tc>
                  <a:txBody>
                    <a:bodyPr/>
                    <a:lstStyle/>
                    <a:p>
                      <a:pPr>
                        <a:buNone/>
                      </a:pPr>
                      <a:r>
                        <a:rPr lang="en-IN" sz="1000" dirty="0">
                          <a:latin typeface="Calibri" panose="020F0502020204030204" pitchFamily="34" charset="0"/>
                          <a:ea typeface="Calibri" panose="020F0502020204030204" pitchFamily="34" charset="0"/>
                          <a:cs typeface="Calibri" panose="020F0502020204030204" pitchFamily="34" charset="0"/>
                        </a:rPr>
                        <a:t>Industry / deployment-ready NAS</a:t>
                      </a:r>
                    </a:p>
                  </a:txBody>
                  <a:tcPr marL="23150" marR="23150" marT="11575" marB="11575" anchor="ctr"/>
                </a:tc>
                <a:extLst>
                  <a:ext uri="{0D108BD9-81ED-4DB2-BD59-A6C34878D82A}">
                    <a16:rowId xmlns:a16="http://schemas.microsoft.com/office/drawing/2014/main" val="4155099337"/>
                  </a:ext>
                </a:extLst>
              </a:tr>
            </a:tbl>
          </a:graphicData>
        </a:graphic>
      </p:graphicFrame>
    </p:spTree>
    <p:extLst>
      <p:ext uri="{BB962C8B-B14F-4D97-AF65-F5344CB8AC3E}">
        <p14:creationId xmlns:p14="http://schemas.microsoft.com/office/powerpoint/2010/main" val="4155821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4397-396B-0BEE-B66B-D4845698B191}"/>
              </a:ext>
            </a:extLst>
          </p:cNvPr>
          <p:cNvSpPr>
            <a:spLocks noGrp="1"/>
          </p:cNvSpPr>
          <p:nvPr>
            <p:ph type="title"/>
          </p:nvPr>
        </p:nvSpPr>
        <p:spPr>
          <a:xfrm>
            <a:off x="4509356" y="2624328"/>
            <a:ext cx="3173288" cy="1609344"/>
          </a:xfrm>
        </p:spPr>
        <p:txBody>
          <a:bodyPr/>
          <a:lstStyle/>
          <a:p>
            <a:r>
              <a:rPr lang="en-IN" dirty="0">
                <a:solidFill>
                  <a:schemeClr val="accent6">
                    <a:lumMod val="75000"/>
                  </a:schemeClr>
                </a:solidFill>
              </a:rPr>
              <a:t>T</a:t>
            </a:r>
            <a:r>
              <a:rPr lang="en-IN" dirty="0"/>
              <a:t>hank You</a:t>
            </a:r>
          </a:p>
        </p:txBody>
      </p:sp>
      <p:sp>
        <p:nvSpPr>
          <p:cNvPr id="4" name="Slide Number Placeholder 3">
            <a:extLst>
              <a:ext uri="{FF2B5EF4-FFF2-40B4-BE49-F238E27FC236}">
                <a16:creationId xmlns:a16="http://schemas.microsoft.com/office/drawing/2014/main" id="{459CBA1F-B628-8DF0-F03D-20F77890F47A}"/>
              </a:ext>
            </a:extLst>
          </p:cNvPr>
          <p:cNvSpPr>
            <a:spLocks noGrp="1"/>
          </p:cNvSpPr>
          <p:nvPr>
            <p:ph type="sldNum" sz="quarter" idx="12"/>
          </p:nvPr>
        </p:nvSpPr>
        <p:spPr/>
        <p:txBody>
          <a:bodyPr/>
          <a:lstStyle/>
          <a:p>
            <a:fld id="{7537CCBC-7667-4F14-BBB6-38D85E00BC95}" type="slidenum">
              <a:rPr lang="en-IN" smtClean="0"/>
              <a:t>13</a:t>
            </a:fld>
            <a:endParaRPr lang="en-IN"/>
          </a:p>
        </p:txBody>
      </p:sp>
    </p:spTree>
    <p:extLst>
      <p:ext uri="{BB962C8B-B14F-4D97-AF65-F5344CB8AC3E}">
        <p14:creationId xmlns:p14="http://schemas.microsoft.com/office/powerpoint/2010/main" val="2331004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1696</TotalTime>
  <Words>1701</Words>
  <Application>Microsoft Office PowerPoint</Application>
  <PresentationFormat>Widescreen</PresentationFormat>
  <Paragraphs>277</Paragraphs>
  <Slides>13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Rockwell</vt:lpstr>
      <vt:lpstr>Rockwell Condensed</vt:lpstr>
      <vt:lpstr>Wingdings</vt:lpstr>
      <vt:lpstr>Wood Type</vt:lpstr>
      <vt:lpstr>Neural Architecture Search</vt:lpstr>
      <vt:lpstr>What is NAS</vt:lpstr>
      <vt:lpstr>HOW NAS Works</vt:lpstr>
      <vt:lpstr>NAS Equation</vt:lpstr>
      <vt:lpstr>Why NAS?</vt:lpstr>
      <vt:lpstr>Search Space Design</vt:lpstr>
      <vt:lpstr>Search Strategies</vt:lpstr>
      <vt:lpstr>Performance Estimation</vt:lpstr>
      <vt:lpstr>PArETO front IN Optimization</vt:lpstr>
      <vt:lpstr>NAS in Action (Example)</vt:lpstr>
      <vt:lpstr>Advantages and challenges</vt:lpstr>
      <vt:lpstr>NAS Frameworks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Bhalchandra Shinde</dc:creator>
  <cp:lastModifiedBy>Bhalchandra Shinde</cp:lastModifiedBy>
  <cp:revision>2</cp:revision>
  <dcterms:created xsi:type="dcterms:W3CDTF">2025-10-12T05:04:25Z</dcterms:created>
  <dcterms:modified xsi:type="dcterms:W3CDTF">2025-10-21T04:56:56Z</dcterms:modified>
</cp:coreProperties>
</file>